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7" r:id="rId2"/>
    <p:sldId id="385" r:id="rId3"/>
    <p:sldId id="384" r:id="rId4"/>
    <p:sldId id="258" r:id="rId5"/>
    <p:sldId id="259" r:id="rId6"/>
    <p:sldId id="260" r:id="rId7"/>
    <p:sldId id="261" r:id="rId8"/>
    <p:sldId id="262" r:id="rId9"/>
    <p:sldId id="391" r:id="rId10"/>
    <p:sldId id="392" r:id="rId11"/>
    <p:sldId id="393" r:id="rId12"/>
    <p:sldId id="394" r:id="rId13"/>
    <p:sldId id="395" r:id="rId14"/>
    <p:sldId id="396" r:id="rId15"/>
    <p:sldId id="397" r:id="rId16"/>
    <p:sldId id="398" r:id="rId17"/>
    <p:sldId id="399" r:id="rId18"/>
    <p:sldId id="400" r:id="rId19"/>
    <p:sldId id="401" r:id="rId20"/>
    <p:sldId id="402" r:id="rId21"/>
    <p:sldId id="403" r:id="rId22"/>
    <p:sldId id="404" r:id="rId23"/>
    <p:sldId id="405" r:id="rId24"/>
    <p:sldId id="406" r:id="rId25"/>
    <p:sldId id="407" r:id="rId26"/>
    <p:sldId id="346" r:id="rId27"/>
    <p:sldId id="352" r:id="rId28"/>
    <p:sldId id="350" r:id="rId29"/>
    <p:sldId id="444" r:id="rId30"/>
    <p:sldId id="345" r:id="rId31"/>
    <p:sldId id="347" r:id="rId32"/>
    <p:sldId id="351" r:id="rId33"/>
    <p:sldId id="353" r:id="rId34"/>
    <p:sldId id="354" r:id="rId35"/>
    <p:sldId id="355" r:id="rId36"/>
    <p:sldId id="445" r:id="rId37"/>
    <p:sldId id="357" r:id="rId38"/>
    <p:sldId id="446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0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08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C1C69-A0CF-442E-BB10-2D22215100E4}" type="datetimeFigureOut">
              <a:rPr lang="ru-RU" smtClean="0"/>
              <a:t>27.09.2025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CA31A-CAC2-4ADE-B33D-7876F7023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3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AC0BD1E4-8DB8-48FA-8699-E36CA634DC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1DE2F94-B2BE-4FE0-811F-FD2DCABCCDC2}" type="slidenum">
              <a:rPr lang="ru-RU" altLang="ru-RU"/>
              <a:pPr eaLnBrk="1" hangingPunct="1"/>
              <a:t>3</a:t>
            </a:fld>
            <a:endParaRPr lang="ru-RU" altLang="ru-RU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F0FBE34E-C0FF-4DEC-AA0D-CB4B659E6F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AB8C18F6-16A6-4730-BA79-459B44835B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22AF8030-B061-4257-9B62-4254162149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B1AF4C-A344-48C4-9A5C-36CABBC99F0D}" type="slidenum">
              <a:rPr lang="ru-RU" altLang="ru-RU"/>
              <a:pPr eaLnBrk="1" hangingPunct="1"/>
              <a:t>4</a:t>
            </a:fld>
            <a:endParaRPr lang="ru-RU" altLang="ru-RU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0B541549-BD82-4FF0-90D2-EAAA8C454F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61E7FC6C-7DAA-43B1-B29D-BCD0148E6E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79FF9DFB-42DF-462B-A2DE-F3797D979B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9DFC73F-F44C-409B-A81A-2B430C640578}" type="slidenum">
              <a:rPr lang="ru-RU" altLang="ru-RU"/>
              <a:pPr eaLnBrk="1" hangingPunct="1"/>
              <a:t>5</a:t>
            </a:fld>
            <a:endParaRPr lang="ru-RU" altLang="ru-RU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5116E524-E8DD-416C-B8BD-A96A247589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F8A02AD-F65F-4045-84D9-C3FDED3F2D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FA075018-95D6-4F57-AC70-A57259DAA8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4794FF8-0579-4240-B354-A1FC8F44372E}" type="slidenum">
              <a:rPr lang="ru-RU" altLang="ru-RU"/>
              <a:pPr eaLnBrk="1" hangingPunct="1"/>
              <a:t>6</a:t>
            </a:fld>
            <a:endParaRPr lang="ru-RU" altLang="ru-RU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A2D775D5-4465-433C-9480-ED868EDCF8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94B5474-4FA4-428B-99B3-5476A47B2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C5CE24E7-3BC3-4C1B-929B-A130F574D8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EAB431-2FA5-477A-A4EB-A2849657D62E}" type="slidenum">
              <a:rPr lang="ru-RU" altLang="ru-RU"/>
              <a:pPr eaLnBrk="1" hangingPunct="1"/>
              <a:t>7</a:t>
            </a:fld>
            <a:endParaRPr lang="ru-RU" altLang="ru-RU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79A03C32-793D-47FF-B4AE-773A0DECA8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0341C33B-1E65-4163-92E3-94B7226F8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46C24A65-090D-4565-B3F4-BE9E7DD67B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76C8457-BBA6-4336-BA52-36AAF356933B}" type="slidenum">
              <a:rPr lang="ru-RU" altLang="ru-RU"/>
              <a:pPr eaLnBrk="1" hangingPunct="1"/>
              <a:t>8</a:t>
            </a:fld>
            <a:endParaRPr lang="ru-RU" altLang="ru-RU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BE969048-2C9E-4767-B5E1-7431B77892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31BAFF8C-1B0B-4678-AB8E-1DFEFBB945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Образ слайда 1">
            <a:extLst>
              <a:ext uri="{FF2B5EF4-FFF2-40B4-BE49-F238E27FC236}">
                <a16:creationId xmlns:a16="http://schemas.microsoft.com/office/drawing/2014/main" id="{472F578D-04E4-41A4-85AC-C84D11AA63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Заметки 2">
            <a:extLst>
              <a:ext uri="{FF2B5EF4-FFF2-40B4-BE49-F238E27FC236}">
                <a16:creationId xmlns:a16="http://schemas.microsoft.com/office/drawing/2014/main" id="{E6EA9807-39FF-494C-9208-A5202AC513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41988" name="Номер слайда 3">
            <a:extLst>
              <a:ext uri="{FF2B5EF4-FFF2-40B4-BE49-F238E27FC236}">
                <a16:creationId xmlns:a16="http://schemas.microsoft.com/office/drawing/2014/main" id="{0615E23A-4E8F-4366-BD68-C00A635FC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BBDB5D9-B1D7-4F8D-98C3-FD4DF1775998}" type="slidenum">
              <a:rPr lang="ru-RU" altLang="ru-RU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35</a:t>
            </a:fld>
            <a:endParaRPr lang="ru-RU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3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49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19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54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44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3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96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9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0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3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3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55ADD9-E452-4D8E-A90D-A33AC7773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SmartArt 2">
            <a:extLst>
              <a:ext uri="{FF2B5EF4-FFF2-40B4-BE49-F238E27FC236}">
                <a16:creationId xmlns:a16="http://schemas.microsoft.com/office/drawing/2014/main" id="{3BB01B7F-BAAD-42F6-AECF-E202232E46AA}"/>
              </a:ext>
            </a:extLst>
          </p:cNvPr>
          <p:cNvSpPr>
            <a:spLocks noGrp="1"/>
          </p:cNvSpPr>
          <p:nvPr>
            <p:ph type="dgm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EC8FAF-3013-4C56-8A1F-9C0FE72FFA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978524-4277-4AF4-B8F5-0A15D011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5BAD3C-5298-454E-96F7-55DADDB7F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257B8472-DEF1-4026-98E5-01AE240F0776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244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FA7C5-D9DB-44D1-A5F4-11AC54B42FA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73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CB16-3639-42AD-841E-AC8770E14E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5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51994-691A-47A5-B1F4-78C485C1CFDB}"/>
              </a:ext>
            </a:extLst>
          </p:cNvPr>
          <p:cNvSpPr txBox="1">
            <a:spLocks/>
          </p:cNvSpPr>
          <p:nvPr/>
        </p:nvSpPr>
        <p:spPr>
          <a:xfrm>
            <a:off x="1524000" y="2771549"/>
            <a:ext cx="9144000" cy="6574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Форда – </a:t>
            </a:r>
            <a:r>
              <a:rPr lang="ru-RU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Фалкерсона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148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>
            <a:extLst>
              <a:ext uri="{FF2B5EF4-FFF2-40B4-BE49-F238E27FC236}">
                <a16:creationId xmlns:a16="http://schemas.microsoft.com/office/drawing/2014/main" id="{67E205BB-D811-4E7C-A9E9-13CC519BE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0264" y="333376"/>
            <a:ext cx="1831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Потоки в сетях.</a:t>
            </a:r>
          </a:p>
        </p:txBody>
      </p:sp>
      <p:sp>
        <p:nvSpPr>
          <p:cNvPr id="35843" name="Oval 3">
            <a:extLst>
              <a:ext uri="{FF2B5EF4-FFF2-40B4-BE49-F238E27FC236}">
                <a16:creationId xmlns:a16="http://schemas.microsoft.com/office/drawing/2014/main" id="{DA595BB4-C16E-4EFE-BE97-E7262EFD2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2278063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</a:p>
        </p:txBody>
      </p:sp>
      <p:sp>
        <p:nvSpPr>
          <p:cNvPr id="2052" name="Oval 4">
            <a:extLst>
              <a:ext uri="{FF2B5EF4-FFF2-40B4-BE49-F238E27FC236}">
                <a16:creationId xmlns:a16="http://schemas.microsoft.com/office/drawing/2014/main" id="{48CD66A8-DFFA-4204-B7CD-663E1467A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6" y="1773238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1</a:t>
            </a:r>
          </a:p>
        </p:txBody>
      </p:sp>
      <p:sp>
        <p:nvSpPr>
          <p:cNvPr id="2053" name="Oval 5">
            <a:extLst>
              <a:ext uri="{FF2B5EF4-FFF2-40B4-BE49-F238E27FC236}">
                <a16:creationId xmlns:a16="http://schemas.microsoft.com/office/drawing/2014/main" id="{826B5E51-7CF1-4576-9840-A7CCB4043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8551" y="177482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2</a:t>
            </a:r>
          </a:p>
        </p:txBody>
      </p:sp>
      <p:sp>
        <p:nvSpPr>
          <p:cNvPr id="2054" name="Oval 6">
            <a:extLst>
              <a:ext uri="{FF2B5EF4-FFF2-40B4-BE49-F238E27FC236}">
                <a16:creationId xmlns:a16="http://schemas.microsoft.com/office/drawing/2014/main" id="{78A0F021-401C-4EC0-9551-99167C20B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6" y="285432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3</a:t>
            </a:r>
          </a:p>
        </p:txBody>
      </p:sp>
      <p:sp>
        <p:nvSpPr>
          <p:cNvPr id="35847" name="Oval 7">
            <a:extLst>
              <a:ext uri="{FF2B5EF4-FFF2-40B4-BE49-F238E27FC236}">
                <a16:creationId xmlns:a16="http://schemas.microsoft.com/office/drawing/2014/main" id="{56BB0F3D-4DC3-4FDB-B312-366F5FB4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951" y="231457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С</a:t>
            </a:r>
          </a:p>
        </p:txBody>
      </p:sp>
      <p:sp>
        <p:nvSpPr>
          <p:cNvPr id="2056" name="Oval 9">
            <a:extLst>
              <a:ext uri="{FF2B5EF4-FFF2-40B4-BE49-F238E27FC236}">
                <a16:creationId xmlns:a16="http://schemas.microsoft.com/office/drawing/2014/main" id="{E377970E-A3B6-45C6-BD41-498F4FF53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8551" y="285432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4</a:t>
            </a:r>
          </a:p>
        </p:txBody>
      </p:sp>
      <p:cxnSp>
        <p:nvCxnSpPr>
          <p:cNvPr id="2057" name="AutoShape 11">
            <a:extLst>
              <a:ext uri="{FF2B5EF4-FFF2-40B4-BE49-F238E27FC236}">
                <a16:creationId xmlns:a16="http://schemas.microsoft.com/office/drawing/2014/main" id="{EC24F0FC-7688-4B42-BF92-694C128D5395}"/>
              </a:ext>
            </a:extLst>
          </p:cNvPr>
          <p:cNvCxnSpPr>
            <a:cxnSpLocks noChangeShapeType="1"/>
            <a:stCxn id="35843" idx="7"/>
            <a:endCxn id="2052" idx="2"/>
          </p:cNvCxnSpPr>
          <p:nvPr/>
        </p:nvCxnSpPr>
        <p:spPr bwMode="auto">
          <a:xfrm flipV="1">
            <a:off x="2587625" y="1954214"/>
            <a:ext cx="952500" cy="376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8" name="AutoShape 12">
            <a:extLst>
              <a:ext uri="{FF2B5EF4-FFF2-40B4-BE49-F238E27FC236}">
                <a16:creationId xmlns:a16="http://schemas.microsoft.com/office/drawing/2014/main" id="{4770C3A8-50E7-4F0B-9880-32A484F75B4C}"/>
              </a:ext>
            </a:extLst>
          </p:cNvPr>
          <p:cNvCxnSpPr>
            <a:cxnSpLocks noChangeShapeType="1"/>
            <a:stCxn id="2052" idx="6"/>
            <a:endCxn id="2053" idx="2"/>
          </p:cNvCxnSpPr>
          <p:nvPr/>
        </p:nvCxnSpPr>
        <p:spPr bwMode="auto">
          <a:xfrm>
            <a:off x="3900488" y="1954214"/>
            <a:ext cx="1008062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9" name="AutoShape 13">
            <a:extLst>
              <a:ext uri="{FF2B5EF4-FFF2-40B4-BE49-F238E27FC236}">
                <a16:creationId xmlns:a16="http://schemas.microsoft.com/office/drawing/2014/main" id="{4BF93B68-EC0C-420C-B654-C5BF291CC3FF}"/>
              </a:ext>
            </a:extLst>
          </p:cNvPr>
          <p:cNvCxnSpPr>
            <a:cxnSpLocks noChangeShapeType="1"/>
            <a:stCxn id="2052" idx="3"/>
            <a:endCxn id="2054" idx="1"/>
          </p:cNvCxnSpPr>
          <p:nvPr/>
        </p:nvCxnSpPr>
        <p:spPr bwMode="auto">
          <a:xfrm>
            <a:off x="3592513" y="2081213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60" name="AutoShape 14">
            <a:extLst>
              <a:ext uri="{FF2B5EF4-FFF2-40B4-BE49-F238E27FC236}">
                <a16:creationId xmlns:a16="http://schemas.microsoft.com/office/drawing/2014/main" id="{F1462B3A-77D6-4CCA-8BD0-19AB9A3D5A99}"/>
              </a:ext>
            </a:extLst>
          </p:cNvPr>
          <p:cNvCxnSpPr>
            <a:cxnSpLocks noChangeShapeType="1"/>
            <a:stCxn id="2054" idx="7"/>
            <a:endCxn id="2052" idx="5"/>
          </p:cNvCxnSpPr>
          <p:nvPr/>
        </p:nvCxnSpPr>
        <p:spPr bwMode="auto">
          <a:xfrm flipV="1">
            <a:off x="3848100" y="2081213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61" name="AutoShape 15">
            <a:extLst>
              <a:ext uri="{FF2B5EF4-FFF2-40B4-BE49-F238E27FC236}">
                <a16:creationId xmlns:a16="http://schemas.microsoft.com/office/drawing/2014/main" id="{25BC4A3F-C5B1-46C4-9DD9-EB4C57DBE354}"/>
              </a:ext>
            </a:extLst>
          </p:cNvPr>
          <p:cNvCxnSpPr>
            <a:cxnSpLocks noChangeShapeType="1"/>
            <a:stCxn id="35843" idx="5"/>
            <a:endCxn id="2054" idx="2"/>
          </p:cNvCxnSpPr>
          <p:nvPr/>
        </p:nvCxnSpPr>
        <p:spPr bwMode="auto">
          <a:xfrm>
            <a:off x="2587625" y="2586038"/>
            <a:ext cx="952500" cy="449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62" name="AutoShape 16">
            <a:extLst>
              <a:ext uri="{FF2B5EF4-FFF2-40B4-BE49-F238E27FC236}">
                <a16:creationId xmlns:a16="http://schemas.microsoft.com/office/drawing/2014/main" id="{7547181B-76E3-42F6-9C5F-462D78DD23C3}"/>
              </a:ext>
            </a:extLst>
          </p:cNvPr>
          <p:cNvCxnSpPr>
            <a:cxnSpLocks noChangeShapeType="1"/>
            <a:stCxn id="2054" idx="6"/>
            <a:endCxn id="2056" idx="2"/>
          </p:cNvCxnSpPr>
          <p:nvPr/>
        </p:nvCxnSpPr>
        <p:spPr bwMode="auto">
          <a:xfrm>
            <a:off x="3900488" y="3035300"/>
            <a:ext cx="100806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63" name="AutoShape 17">
            <a:extLst>
              <a:ext uri="{FF2B5EF4-FFF2-40B4-BE49-F238E27FC236}">
                <a16:creationId xmlns:a16="http://schemas.microsoft.com/office/drawing/2014/main" id="{A5F54DA0-FBE9-4C61-9713-4139C3B66876}"/>
              </a:ext>
            </a:extLst>
          </p:cNvPr>
          <p:cNvCxnSpPr>
            <a:cxnSpLocks noChangeShapeType="1"/>
            <a:stCxn id="2056" idx="0"/>
            <a:endCxn id="2053" idx="4"/>
          </p:cNvCxnSpPr>
          <p:nvPr/>
        </p:nvCxnSpPr>
        <p:spPr bwMode="auto">
          <a:xfrm flipV="1">
            <a:off x="5089525" y="2135189"/>
            <a:ext cx="0" cy="719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64" name="AutoShape 18">
            <a:extLst>
              <a:ext uri="{FF2B5EF4-FFF2-40B4-BE49-F238E27FC236}">
                <a16:creationId xmlns:a16="http://schemas.microsoft.com/office/drawing/2014/main" id="{26F24ED0-70AC-48B3-A3AD-3EBDE7BD30ED}"/>
              </a:ext>
            </a:extLst>
          </p:cNvPr>
          <p:cNvCxnSpPr>
            <a:cxnSpLocks noChangeShapeType="1"/>
            <a:stCxn id="2053" idx="3"/>
            <a:endCxn id="2054" idx="7"/>
          </p:cNvCxnSpPr>
          <p:nvPr/>
        </p:nvCxnSpPr>
        <p:spPr bwMode="auto">
          <a:xfrm flipH="1">
            <a:off x="3848100" y="2082801"/>
            <a:ext cx="1112838" cy="823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65" name="AutoShape 19">
            <a:extLst>
              <a:ext uri="{FF2B5EF4-FFF2-40B4-BE49-F238E27FC236}">
                <a16:creationId xmlns:a16="http://schemas.microsoft.com/office/drawing/2014/main" id="{F4F5A814-215A-4343-98B6-AC9F0D602896}"/>
              </a:ext>
            </a:extLst>
          </p:cNvPr>
          <p:cNvCxnSpPr>
            <a:cxnSpLocks noChangeShapeType="1"/>
            <a:stCxn id="2056" idx="6"/>
            <a:endCxn id="35847" idx="3"/>
          </p:cNvCxnSpPr>
          <p:nvPr/>
        </p:nvCxnSpPr>
        <p:spPr bwMode="auto">
          <a:xfrm flipV="1">
            <a:off x="5268914" y="2622550"/>
            <a:ext cx="987425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66" name="AutoShape 20">
            <a:extLst>
              <a:ext uri="{FF2B5EF4-FFF2-40B4-BE49-F238E27FC236}">
                <a16:creationId xmlns:a16="http://schemas.microsoft.com/office/drawing/2014/main" id="{247CC3FE-8CC3-49A2-8E83-993C9A27C6EA}"/>
              </a:ext>
            </a:extLst>
          </p:cNvPr>
          <p:cNvCxnSpPr>
            <a:cxnSpLocks noChangeShapeType="1"/>
            <a:stCxn id="2053" idx="6"/>
            <a:endCxn id="35847" idx="1"/>
          </p:cNvCxnSpPr>
          <p:nvPr/>
        </p:nvCxnSpPr>
        <p:spPr bwMode="auto">
          <a:xfrm>
            <a:off x="5268914" y="1955801"/>
            <a:ext cx="987425" cy="411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67" name="Text Box 34">
            <a:extLst>
              <a:ext uri="{FF2B5EF4-FFF2-40B4-BE49-F238E27FC236}">
                <a16:creationId xmlns:a16="http://schemas.microsoft.com/office/drawing/2014/main" id="{5959A115-057E-4DED-86DD-8AB8F7BFA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1676" y="690563"/>
            <a:ext cx="792357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/>
              <a:t>Сеть – это ориентированный нагруженный граф, в котором нагрузка имеет интерпретацию</a:t>
            </a:r>
            <a:br>
              <a:rPr lang="ru-RU" altLang="ru-RU" sz="1400"/>
            </a:br>
            <a:r>
              <a:rPr lang="ru-RU" altLang="ru-RU" sz="1400"/>
              <a:t>«пропускная способность» (разумеется, положительная; можно считать, что отсутствующее </a:t>
            </a:r>
            <a:br>
              <a:rPr lang="ru-RU" altLang="ru-RU" sz="1400"/>
            </a:br>
            <a:r>
              <a:rPr lang="ru-RU" altLang="ru-RU" sz="1400"/>
              <a:t>ребро соответствует нулевой нагрузке). Будем обозначать эту нагрузку </a:t>
            </a:r>
            <a:r>
              <a:rPr lang="en-US" altLang="ru-RU" sz="1400"/>
              <a:t>c (u, v).</a:t>
            </a:r>
            <a:endParaRPr lang="ru-RU" altLang="ru-RU" sz="1400"/>
          </a:p>
        </p:txBody>
      </p:sp>
      <p:sp>
        <p:nvSpPr>
          <p:cNvPr id="35875" name="Text Box 35">
            <a:extLst>
              <a:ext uri="{FF2B5EF4-FFF2-40B4-BE49-F238E27FC236}">
                <a16:creationId xmlns:a16="http://schemas.microsoft.com/office/drawing/2014/main" id="{DCF26E69-7CAD-4C04-B473-3D2F9FCDE189}"/>
              </a:ext>
            </a:extLst>
          </p:cNvPr>
          <p:cNvSpPr txBox="1">
            <a:spLocks noChangeArrowheads="1"/>
          </p:cNvSpPr>
          <p:nvPr/>
        </p:nvSpPr>
        <p:spPr bwMode="auto">
          <a:xfrm rot="20366003">
            <a:off x="2782889" y="1916114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16</a:t>
            </a:r>
          </a:p>
        </p:txBody>
      </p:sp>
      <p:sp>
        <p:nvSpPr>
          <p:cNvPr id="2069" name="Text Box 36">
            <a:extLst>
              <a:ext uri="{FF2B5EF4-FFF2-40B4-BE49-F238E27FC236}">
                <a16:creationId xmlns:a16="http://schemas.microsoft.com/office/drawing/2014/main" id="{43267562-B010-4EBB-B3F0-4396FA482F8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285332" y="2350294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10</a:t>
            </a:r>
          </a:p>
        </p:txBody>
      </p:sp>
      <p:sp>
        <p:nvSpPr>
          <p:cNvPr id="35877" name="Text Box 37">
            <a:extLst>
              <a:ext uri="{FF2B5EF4-FFF2-40B4-BE49-F238E27FC236}">
                <a16:creationId xmlns:a16="http://schemas.microsoft.com/office/drawing/2014/main" id="{276B80AD-EBE2-4C0B-BE62-6613588863E2}"/>
              </a:ext>
            </a:extLst>
          </p:cNvPr>
          <p:cNvSpPr txBox="1">
            <a:spLocks noChangeArrowheads="1"/>
          </p:cNvSpPr>
          <p:nvPr/>
        </p:nvSpPr>
        <p:spPr bwMode="auto">
          <a:xfrm rot="1520942">
            <a:off x="2782889" y="2744789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13</a:t>
            </a:r>
          </a:p>
        </p:txBody>
      </p:sp>
      <p:sp>
        <p:nvSpPr>
          <p:cNvPr id="35878" name="Text Box 38">
            <a:extLst>
              <a:ext uri="{FF2B5EF4-FFF2-40B4-BE49-F238E27FC236}">
                <a16:creationId xmlns:a16="http://schemas.microsoft.com/office/drawing/2014/main" id="{7F9295FF-0230-4614-BE25-D0909A1103B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830638" y="2349501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sp>
        <p:nvSpPr>
          <p:cNvPr id="35879" name="Text Box 39">
            <a:extLst>
              <a:ext uri="{FF2B5EF4-FFF2-40B4-BE49-F238E27FC236}">
                <a16:creationId xmlns:a16="http://schemas.microsoft.com/office/drawing/2014/main" id="{52FB4F90-65B3-4F44-B46A-9ED83A0AB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9264" y="1700214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</a:t>
            </a:r>
          </a:p>
        </p:txBody>
      </p:sp>
      <p:sp>
        <p:nvSpPr>
          <p:cNvPr id="35880" name="Text Box 40">
            <a:extLst>
              <a:ext uri="{FF2B5EF4-FFF2-40B4-BE49-F238E27FC236}">
                <a16:creationId xmlns:a16="http://schemas.microsoft.com/office/drawing/2014/main" id="{FBBEB477-0C26-4507-8C1F-05C9375ED733}"/>
              </a:ext>
            </a:extLst>
          </p:cNvPr>
          <p:cNvSpPr txBox="1">
            <a:spLocks noChangeArrowheads="1"/>
          </p:cNvSpPr>
          <p:nvPr/>
        </p:nvSpPr>
        <p:spPr bwMode="auto">
          <a:xfrm rot="19216152">
            <a:off x="4387850" y="2398714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9</a:t>
            </a:r>
          </a:p>
        </p:txBody>
      </p:sp>
      <p:sp>
        <p:nvSpPr>
          <p:cNvPr id="35881" name="Text Box 41">
            <a:extLst>
              <a:ext uri="{FF2B5EF4-FFF2-40B4-BE49-F238E27FC236}">
                <a16:creationId xmlns:a16="http://schemas.microsoft.com/office/drawing/2014/main" id="{3BD6B676-35D0-4F2B-A98B-A9648E407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4339" y="2997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14</a:t>
            </a:r>
          </a:p>
        </p:txBody>
      </p:sp>
      <p:sp>
        <p:nvSpPr>
          <p:cNvPr id="35882" name="Text Box 42">
            <a:extLst>
              <a:ext uri="{FF2B5EF4-FFF2-40B4-BE49-F238E27FC236}">
                <a16:creationId xmlns:a16="http://schemas.microsoft.com/office/drawing/2014/main" id="{B1BCC53D-6DAB-428B-9A32-0804495FE611}"/>
              </a:ext>
            </a:extLst>
          </p:cNvPr>
          <p:cNvSpPr txBox="1">
            <a:spLocks noChangeArrowheads="1"/>
          </p:cNvSpPr>
          <p:nvPr/>
        </p:nvSpPr>
        <p:spPr bwMode="auto">
          <a:xfrm rot="1469915">
            <a:off x="5627689" y="1916114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20</a:t>
            </a:r>
          </a:p>
        </p:txBody>
      </p:sp>
      <p:sp>
        <p:nvSpPr>
          <p:cNvPr id="35883" name="Text Box 43">
            <a:extLst>
              <a:ext uri="{FF2B5EF4-FFF2-40B4-BE49-F238E27FC236}">
                <a16:creationId xmlns:a16="http://schemas.microsoft.com/office/drawing/2014/main" id="{2A60B29C-437A-45C5-8645-37663B85BB5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087938" y="2384426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7</a:t>
            </a:r>
          </a:p>
        </p:txBody>
      </p:sp>
      <p:sp>
        <p:nvSpPr>
          <p:cNvPr id="35884" name="Text Box 44">
            <a:extLst>
              <a:ext uri="{FF2B5EF4-FFF2-40B4-BE49-F238E27FC236}">
                <a16:creationId xmlns:a16="http://schemas.microsoft.com/office/drawing/2014/main" id="{2D60BB5A-9CDB-42A1-A8D7-475652FFCA27}"/>
              </a:ext>
            </a:extLst>
          </p:cNvPr>
          <p:cNvSpPr txBox="1">
            <a:spLocks noChangeArrowheads="1"/>
          </p:cNvSpPr>
          <p:nvPr/>
        </p:nvSpPr>
        <p:spPr bwMode="auto">
          <a:xfrm rot="19835397">
            <a:off x="5700714" y="2794000"/>
            <a:ext cx="268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sp>
        <p:nvSpPr>
          <p:cNvPr id="35885" name="Text Box 45">
            <a:extLst>
              <a:ext uri="{FF2B5EF4-FFF2-40B4-BE49-F238E27FC236}">
                <a16:creationId xmlns:a16="http://schemas.microsoft.com/office/drawing/2014/main" id="{2614BE7B-8276-43E0-B4DE-327A84C67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9" y="3429000"/>
            <a:ext cx="693715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/>
              <a:t>Мы будем считать, что</a:t>
            </a:r>
            <a:br>
              <a:rPr lang="ru-RU" altLang="ru-RU" sz="1400"/>
            </a:br>
            <a:r>
              <a:rPr lang="en-US" altLang="ru-RU" sz="1400"/>
              <a:t>a) </a:t>
            </a:r>
            <a:r>
              <a:rPr lang="ru-RU" altLang="ru-RU" sz="1400"/>
              <a:t>в сети есть две выделенные вершины – исток (только исходящие дуги) и сток </a:t>
            </a:r>
            <a:br>
              <a:rPr lang="ru-RU" altLang="ru-RU" sz="1400"/>
            </a:br>
            <a:r>
              <a:rPr lang="ru-RU" altLang="ru-RU" sz="1400"/>
              <a:t>    (только входящие дуги);</a:t>
            </a:r>
          </a:p>
        </p:txBody>
      </p:sp>
      <p:sp>
        <p:nvSpPr>
          <p:cNvPr id="35886" name="Text Box 46">
            <a:extLst>
              <a:ext uri="{FF2B5EF4-FFF2-40B4-BE49-F238E27FC236}">
                <a16:creationId xmlns:a16="http://schemas.microsoft.com/office/drawing/2014/main" id="{D3C39CA0-6AF2-426F-A165-C5AABDA65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9" y="4113213"/>
            <a:ext cx="7953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400"/>
              <a:t>b) </a:t>
            </a:r>
            <a:r>
              <a:rPr lang="ru-RU" altLang="ru-RU" sz="1400"/>
              <a:t>любая вершина лежит на каком-нибудь пути из истока в сток (нет «бесполезных» вершин).</a:t>
            </a:r>
          </a:p>
        </p:txBody>
      </p:sp>
      <p:sp>
        <p:nvSpPr>
          <p:cNvPr id="35887" name="Text Box 47">
            <a:extLst>
              <a:ext uri="{FF2B5EF4-FFF2-40B4-BE49-F238E27FC236}">
                <a16:creationId xmlns:a16="http://schemas.microsoft.com/office/drawing/2014/main" id="{591C88D0-D291-4EE2-B201-AAC41B45A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9" y="4545013"/>
            <a:ext cx="63388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/>
              <a:t>Поток в сети – это задание некоторой дополнительной нагрузки на ребра.</a:t>
            </a:r>
          </a:p>
        </p:txBody>
      </p:sp>
      <p:sp>
        <p:nvSpPr>
          <p:cNvPr id="35888" name="Text Box 48">
            <a:extLst>
              <a:ext uri="{FF2B5EF4-FFF2-40B4-BE49-F238E27FC236}">
                <a16:creationId xmlns:a16="http://schemas.microsoft.com/office/drawing/2014/main" id="{619DD139-C12E-495D-A172-574D6B54A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8" y="4868863"/>
            <a:ext cx="81723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/>
              <a:t>Свойства потока:</a:t>
            </a:r>
            <a:br>
              <a:rPr lang="ru-RU" altLang="ru-RU" sz="1400"/>
            </a:br>
            <a:r>
              <a:rPr lang="en-US" altLang="ru-RU" sz="1400"/>
              <a:t>a) </a:t>
            </a:r>
            <a:r>
              <a:rPr lang="ru-RU" altLang="ru-RU" sz="1400"/>
              <a:t>поток по ребру не может превышать пропускной способности ребра и всегда неотрицателен;</a:t>
            </a:r>
          </a:p>
        </p:txBody>
      </p:sp>
      <p:sp>
        <p:nvSpPr>
          <p:cNvPr id="35889" name="Text Box 49">
            <a:extLst>
              <a:ext uri="{FF2B5EF4-FFF2-40B4-BE49-F238E27FC236}">
                <a16:creationId xmlns:a16="http://schemas.microsoft.com/office/drawing/2014/main" id="{A2324B6C-233E-448A-8519-ED9F0185D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9" y="5337175"/>
            <a:ext cx="816813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400"/>
              <a:t>b) </a:t>
            </a:r>
            <a:r>
              <a:rPr lang="ru-RU" altLang="ru-RU" sz="1400"/>
              <a:t>в любую вершину (кроме истока и стока) количество втекающей жидкости равно количеству </a:t>
            </a:r>
            <a:br>
              <a:rPr lang="ru-RU" altLang="ru-RU" sz="1400"/>
            </a:br>
            <a:r>
              <a:rPr lang="ru-RU" altLang="ru-RU" sz="1400"/>
              <a:t>    вытекающей.</a:t>
            </a:r>
          </a:p>
        </p:txBody>
      </p:sp>
      <p:sp>
        <p:nvSpPr>
          <p:cNvPr id="35890" name="Text Box 50">
            <a:extLst>
              <a:ext uri="{FF2B5EF4-FFF2-40B4-BE49-F238E27FC236}">
                <a16:creationId xmlns:a16="http://schemas.microsoft.com/office/drawing/2014/main" id="{A3CE41E1-820F-457D-9CE5-6A0F55F3BC94}"/>
              </a:ext>
            </a:extLst>
          </p:cNvPr>
          <p:cNvSpPr txBox="1">
            <a:spLocks noChangeArrowheads="1"/>
          </p:cNvSpPr>
          <p:nvPr/>
        </p:nvSpPr>
        <p:spPr bwMode="auto">
          <a:xfrm rot="20366003">
            <a:off x="2674938" y="1916114"/>
            <a:ext cx="5635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11/16</a:t>
            </a:r>
          </a:p>
        </p:txBody>
      </p:sp>
      <p:sp>
        <p:nvSpPr>
          <p:cNvPr id="35891" name="Text Box 51">
            <a:extLst>
              <a:ext uri="{FF2B5EF4-FFF2-40B4-BE49-F238E27FC236}">
                <a16:creationId xmlns:a16="http://schemas.microsoft.com/office/drawing/2014/main" id="{444147C0-14F8-4BDB-8A62-27908E4C0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3" y="1700214"/>
            <a:ext cx="5635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12/12</a:t>
            </a:r>
          </a:p>
        </p:txBody>
      </p:sp>
      <p:sp>
        <p:nvSpPr>
          <p:cNvPr id="35892" name="Text Box 52">
            <a:extLst>
              <a:ext uri="{FF2B5EF4-FFF2-40B4-BE49-F238E27FC236}">
                <a16:creationId xmlns:a16="http://schemas.microsoft.com/office/drawing/2014/main" id="{6F6F83E9-AEF1-4517-A871-2AEBB57BC60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767138" y="2301876"/>
            <a:ext cx="395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1/4</a:t>
            </a:r>
          </a:p>
        </p:txBody>
      </p:sp>
      <p:sp>
        <p:nvSpPr>
          <p:cNvPr id="35893" name="Text Box 53">
            <a:extLst>
              <a:ext uri="{FF2B5EF4-FFF2-40B4-BE49-F238E27FC236}">
                <a16:creationId xmlns:a16="http://schemas.microsoft.com/office/drawing/2014/main" id="{181465F1-7ED0-45CA-964F-EACA91F865F1}"/>
              </a:ext>
            </a:extLst>
          </p:cNvPr>
          <p:cNvSpPr txBox="1">
            <a:spLocks noChangeArrowheads="1"/>
          </p:cNvSpPr>
          <p:nvPr/>
        </p:nvSpPr>
        <p:spPr bwMode="auto">
          <a:xfrm rot="1520942">
            <a:off x="2711451" y="2744789"/>
            <a:ext cx="479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8/13</a:t>
            </a:r>
          </a:p>
        </p:txBody>
      </p:sp>
      <p:sp>
        <p:nvSpPr>
          <p:cNvPr id="35894" name="Text Box 54">
            <a:extLst>
              <a:ext uri="{FF2B5EF4-FFF2-40B4-BE49-F238E27FC236}">
                <a16:creationId xmlns:a16="http://schemas.microsoft.com/office/drawing/2014/main" id="{A8717B38-7694-4101-B233-FD1DD8AE4437}"/>
              </a:ext>
            </a:extLst>
          </p:cNvPr>
          <p:cNvSpPr txBox="1">
            <a:spLocks noChangeArrowheads="1"/>
          </p:cNvSpPr>
          <p:nvPr/>
        </p:nvSpPr>
        <p:spPr bwMode="auto">
          <a:xfrm rot="19216152">
            <a:off x="4295775" y="2433639"/>
            <a:ext cx="395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4/9</a:t>
            </a:r>
          </a:p>
        </p:txBody>
      </p:sp>
      <p:sp>
        <p:nvSpPr>
          <p:cNvPr id="35895" name="Text Box 55">
            <a:extLst>
              <a:ext uri="{FF2B5EF4-FFF2-40B4-BE49-F238E27FC236}">
                <a16:creationId xmlns:a16="http://schemas.microsoft.com/office/drawing/2014/main" id="{57D572B0-AAD2-4716-BA97-CC19AB1F1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3" y="2997200"/>
            <a:ext cx="5635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11/14</a:t>
            </a:r>
          </a:p>
        </p:txBody>
      </p:sp>
      <p:sp>
        <p:nvSpPr>
          <p:cNvPr id="35896" name="Text Box 56">
            <a:extLst>
              <a:ext uri="{FF2B5EF4-FFF2-40B4-BE49-F238E27FC236}">
                <a16:creationId xmlns:a16="http://schemas.microsoft.com/office/drawing/2014/main" id="{79744B9F-3A22-472B-B85D-954460CD861E}"/>
              </a:ext>
            </a:extLst>
          </p:cNvPr>
          <p:cNvSpPr txBox="1">
            <a:spLocks noChangeArrowheads="1"/>
          </p:cNvSpPr>
          <p:nvPr/>
        </p:nvSpPr>
        <p:spPr bwMode="auto">
          <a:xfrm rot="1469915">
            <a:off x="5519738" y="1916114"/>
            <a:ext cx="5635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15/20</a:t>
            </a:r>
          </a:p>
        </p:txBody>
      </p:sp>
      <p:sp>
        <p:nvSpPr>
          <p:cNvPr id="35897" name="Text Box 57">
            <a:extLst>
              <a:ext uri="{FF2B5EF4-FFF2-40B4-BE49-F238E27FC236}">
                <a16:creationId xmlns:a16="http://schemas.microsoft.com/office/drawing/2014/main" id="{3389445F-CE6B-45FA-A466-5253870E458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027614" y="2373314"/>
            <a:ext cx="395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7/7</a:t>
            </a:r>
          </a:p>
        </p:txBody>
      </p:sp>
      <p:sp>
        <p:nvSpPr>
          <p:cNvPr id="35898" name="Text Box 58">
            <a:extLst>
              <a:ext uri="{FF2B5EF4-FFF2-40B4-BE49-F238E27FC236}">
                <a16:creationId xmlns:a16="http://schemas.microsoft.com/office/drawing/2014/main" id="{7BFF2B9C-DD53-4ADD-9791-37534D8F3BCD}"/>
              </a:ext>
            </a:extLst>
          </p:cNvPr>
          <p:cNvSpPr txBox="1">
            <a:spLocks noChangeArrowheads="1"/>
          </p:cNvSpPr>
          <p:nvPr/>
        </p:nvSpPr>
        <p:spPr bwMode="auto">
          <a:xfrm rot="19835397">
            <a:off x="5627689" y="2816225"/>
            <a:ext cx="395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4/4</a:t>
            </a:r>
          </a:p>
        </p:txBody>
      </p:sp>
      <p:sp>
        <p:nvSpPr>
          <p:cNvPr id="35899" name="Text Box 59">
            <a:extLst>
              <a:ext uri="{FF2B5EF4-FFF2-40B4-BE49-F238E27FC236}">
                <a16:creationId xmlns:a16="http://schemas.microsoft.com/office/drawing/2014/main" id="{37698680-54BB-4C91-BE1C-4B692B3A9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9" y="5842000"/>
            <a:ext cx="7772321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/>
              <a:t>Величина потока – это сумма исходящего потока из истока. Очевидно, она равна сумме </a:t>
            </a:r>
            <a:br>
              <a:rPr lang="ru-RU" altLang="ru-RU" sz="1400"/>
            </a:br>
            <a:r>
              <a:rPr lang="ru-RU" altLang="ru-RU" sz="1400"/>
              <a:t>входящего потока в сток. Основная задача – найти максимальный поток в сети с заданной</a:t>
            </a:r>
            <a:br>
              <a:rPr lang="ru-RU" altLang="ru-RU" sz="1400"/>
            </a:br>
            <a:r>
              <a:rPr lang="ru-RU" altLang="ru-RU" sz="1400"/>
              <a:t>пропускной способностью.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20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050"/>
                                      </p:to>
                                    </p:animClr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358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358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358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358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9" dur="500"/>
                                        <p:tgtEl>
                                          <p:spTgt spid="358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5" dur="500"/>
                                        <p:tgtEl>
                                          <p:spTgt spid="358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1" dur="500"/>
                                        <p:tgtEl>
                                          <p:spTgt spid="358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358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5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3" dur="500"/>
                                        <p:tgtEl>
                                          <p:spTgt spid="358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5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75" grpId="0"/>
      <p:bldP spid="35877" grpId="0"/>
      <p:bldP spid="35878" grpId="0"/>
      <p:bldP spid="35879" grpId="0"/>
      <p:bldP spid="35880" grpId="0"/>
      <p:bldP spid="35881" grpId="0"/>
      <p:bldP spid="35882" grpId="0"/>
      <p:bldP spid="35883" grpId="0"/>
      <p:bldP spid="35884" grpId="0"/>
      <p:bldP spid="35885" grpId="0"/>
      <p:bldP spid="35886" grpId="0"/>
      <p:bldP spid="35887" grpId="0"/>
      <p:bldP spid="35888" grpId="0"/>
      <p:bldP spid="35889" grpId="0"/>
      <p:bldP spid="35890" grpId="0"/>
      <p:bldP spid="35891" grpId="0"/>
      <p:bldP spid="35892" grpId="0"/>
      <p:bldP spid="35893" grpId="0"/>
      <p:bldP spid="35894" grpId="0"/>
      <p:bldP spid="35895" grpId="0"/>
      <p:bldP spid="35896" grpId="0"/>
      <p:bldP spid="35897" grpId="0"/>
      <p:bldP spid="35898" grpId="0"/>
      <p:bldP spid="3589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A2442029-ED1A-468E-94B2-9FB8D4BB1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0264" y="333376"/>
            <a:ext cx="1831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Потоки в сетях.</a:t>
            </a:r>
          </a:p>
        </p:txBody>
      </p:sp>
      <p:sp>
        <p:nvSpPr>
          <p:cNvPr id="3075" name="Oval 3">
            <a:extLst>
              <a:ext uri="{FF2B5EF4-FFF2-40B4-BE49-F238E27FC236}">
                <a16:creationId xmlns:a16="http://schemas.microsoft.com/office/drawing/2014/main" id="{48A87F71-51EC-483A-BCCD-3BE9BF4A5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2025651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</a:p>
        </p:txBody>
      </p:sp>
      <p:sp>
        <p:nvSpPr>
          <p:cNvPr id="3076" name="Oval 4">
            <a:extLst>
              <a:ext uri="{FF2B5EF4-FFF2-40B4-BE49-F238E27FC236}">
                <a16:creationId xmlns:a16="http://schemas.microsoft.com/office/drawing/2014/main" id="{8FC53AAF-D04E-48F4-BB71-56A4727A8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6" y="152082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1</a:t>
            </a:r>
          </a:p>
        </p:txBody>
      </p:sp>
      <p:sp>
        <p:nvSpPr>
          <p:cNvPr id="3077" name="Oval 5">
            <a:extLst>
              <a:ext uri="{FF2B5EF4-FFF2-40B4-BE49-F238E27FC236}">
                <a16:creationId xmlns:a16="http://schemas.microsoft.com/office/drawing/2014/main" id="{C89FB4B4-2864-4FFD-BBC3-25E0FEED7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8551" y="1522413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2</a:t>
            </a:r>
          </a:p>
        </p:txBody>
      </p:sp>
      <p:sp>
        <p:nvSpPr>
          <p:cNvPr id="3078" name="Oval 6">
            <a:extLst>
              <a:ext uri="{FF2B5EF4-FFF2-40B4-BE49-F238E27FC236}">
                <a16:creationId xmlns:a16="http://schemas.microsoft.com/office/drawing/2014/main" id="{85CDD74F-141C-4114-BFE9-B6D4D4D46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6" y="2601913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3</a:t>
            </a:r>
          </a:p>
        </p:txBody>
      </p:sp>
      <p:sp>
        <p:nvSpPr>
          <p:cNvPr id="3079" name="Oval 7">
            <a:extLst>
              <a:ext uri="{FF2B5EF4-FFF2-40B4-BE49-F238E27FC236}">
                <a16:creationId xmlns:a16="http://schemas.microsoft.com/office/drawing/2014/main" id="{E74E67D5-18EA-472E-B17A-F40F31B39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951" y="2062163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С</a:t>
            </a:r>
          </a:p>
        </p:txBody>
      </p:sp>
      <p:sp>
        <p:nvSpPr>
          <p:cNvPr id="3080" name="Oval 8">
            <a:extLst>
              <a:ext uri="{FF2B5EF4-FFF2-40B4-BE49-F238E27FC236}">
                <a16:creationId xmlns:a16="http://schemas.microsoft.com/office/drawing/2014/main" id="{5FF5958A-2FE3-4131-8CEE-9B24D0E5F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8551" y="2601913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4</a:t>
            </a:r>
          </a:p>
        </p:txBody>
      </p:sp>
      <p:cxnSp>
        <p:nvCxnSpPr>
          <p:cNvPr id="3081" name="AutoShape 9">
            <a:extLst>
              <a:ext uri="{FF2B5EF4-FFF2-40B4-BE49-F238E27FC236}">
                <a16:creationId xmlns:a16="http://schemas.microsoft.com/office/drawing/2014/main" id="{E1AF676A-E31C-4376-92A4-268A2822505E}"/>
              </a:ext>
            </a:extLst>
          </p:cNvPr>
          <p:cNvCxnSpPr>
            <a:cxnSpLocks noChangeShapeType="1"/>
            <a:stCxn id="3075" idx="7"/>
            <a:endCxn id="3076" idx="2"/>
          </p:cNvCxnSpPr>
          <p:nvPr/>
        </p:nvCxnSpPr>
        <p:spPr bwMode="auto">
          <a:xfrm flipV="1">
            <a:off x="2587625" y="1701800"/>
            <a:ext cx="952500" cy="376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2" name="AutoShape 10">
            <a:extLst>
              <a:ext uri="{FF2B5EF4-FFF2-40B4-BE49-F238E27FC236}">
                <a16:creationId xmlns:a16="http://schemas.microsoft.com/office/drawing/2014/main" id="{B2517E37-BECD-4026-B640-E7850F204635}"/>
              </a:ext>
            </a:extLst>
          </p:cNvPr>
          <p:cNvCxnSpPr>
            <a:cxnSpLocks noChangeShapeType="1"/>
            <a:stCxn id="3076" idx="6"/>
            <a:endCxn id="3077" idx="2"/>
          </p:cNvCxnSpPr>
          <p:nvPr/>
        </p:nvCxnSpPr>
        <p:spPr bwMode="auto">
          <a:xfrm>
            <a:off x="3900488" y="1701800"/>
            <a:ext cx="1008062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3" name="AutoShape 11">
            <a:extLst>
              <a:ext uri="{FF2B5EF4-FFF2-40B4-BE49-F238E27FC236}">
                <a16:creationId xmlns:a16="http://schemas.microsoft.com/office/drawing/2014/main" id="{3DBE04CB-4202-493D-8D85-A6A193AB6F71}"/>
              </a:ext>
            </a:extLst>
          </p:cNvPr>
          <p:cNvCxnSpPr>
            <a:cxnSpLocks noChangeShapeType="1"/>
            <a:stCxn id="3076" idx="3"/>
            <a:endCxn id="3078" idx="1"/>
          </p:cNvCxnSpPr>
          <p:nvPr/>
        </p:nvCxnSpPr>
        <p:spPr bwMode="auto">
          <a:xfrm>
            <a:off x="3592513" y="1828800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4" name="AutoShape 12">
            <a:extLst>
              <a:ext uri="{FF2B5EF4-FFF2-40B4-BE49-F238E27FC236}">
                <a16:creationId xmlns:a16="http://schemas.microsoft.com/office/drawing/2014/main" id="{15FC49E4-69D0-490F-926D-0FCAA1A0F8DE}"/>
              </a:ext>
            </a:extLst>
          </p:cNvPr>
          <p:cNvCxnSpPr>
            <a:cxnSpLocks noChangeShapeType="1"/>
            <a:stCxn id="3078" idx="7"/>
            <a:endCxn id="3076" idx="5"/>
          </p:cNvCxnSpPr>
          <p:nvPr/>
        </p:nvCxnSpPr>
        <p:spPr bwMode="auto">
          <a:xfrm flipV="1">
            <a:off x="3848100" y="1828800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5" name="AutoShape 13">
            <a:extLst>
              <a:ext uri="{FF2B5EF4-FFF2-40B4-BE49-F238E27FC236}">
                <a16:creationId xmlns:a16="http://schemas.microsoft.com/office/drawing/2014/main" id="{6AE0C3D4-68CF-4D28-8ABF-1B4CD88DC82E}"/>
              </a:ext>
            </a:extLst>
          </p:cNvPr>
          <p:cNvCxnSpPr>
            <a:cxnSpLocks noChangeShapeType="1"/>
            <a:stCxn id="3075" idx="5"/>
            <a:endCxn id="3078" idx="2"/>
          </p:cNvCxnSpPr>
          <p:nvPr/>
        </p:nvCxnSpPr>
        <p:spPr bwMode="auto">
          <a:xfrm>
            <a:off x="2587625" y="2333626"/>
            <a:ext cx="952500" cy="4492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6" name="AutoShape 14">
            <a:extLst>
              <a:ext uri="{FF2B5EF4-FFF2-40B4-BE49-F238E27FC236}">
                <a16:creationId xmlns:a16="http://schemas.microsoft.com/office/drawing/2014/main" id="{68C92BFF-7662-4BC4-96FB-FAECF54B6ECD}"/>
              </a:ext>
            </a:extLst>
          </p:cNvPr>
          <p:cNvCxnSpPr>
            <a:cxnSpLocks noChangeShapeType="1"/>
            <a:stCxn id="3078" idx="6"/>
            <a:endCxn id="3080" idx="2"/>
          </p:cNvCxnSpPr>
          <p:nvPr/>
        </p:nvCxnSpPr>
        <p:spPr bwMode="auto">
          <a:xfrm>
            <a:off x="3900488" y="2782888"/>
            <a:ext cx="100806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7" name="AutoShape 15">
            <a:extLst>
              <a:ext uri="{FF2B5EF4-FFF2-40B4-BE49-F238E27FC236}">
                <a16:creationId xmlns:a16="http://schemas.microsoft.com/office/drawing/2014/main" id="{64A6CFD0-EFDE-4C74-B993-EF8B5F3920F0}"/>
              </a:ext>
            </a:extLst>
          </p:cNvPr>
          <p:cNvCxnSpPr>
            <a:cxnSpLocks noChangeShapeType="1"/>
            <a:stCxn id="3080" idx="0"/>
            <a:endCxn id="3077" idx="4"/>
          </p:cNvCxnSpPr>
          <p:nvPr/>
        </p:nvCxnSpPr>
        <p:spPr bwMode="auto">
          <a:xfrm flipV="1">
            <a:off x="5089525" y="1882775"/>
            <a:ext cx="0" cy="7191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8" name="AutoShape 16">
            <a:extLst>
              <a:ext uri="{FF2B5EF4-FFF2-40B4-BE49-F238E27FC236}">
                <a16:creationId xmlns:a16="http://schemas.microsoft.com/office/drawing/2014/main" id="{063BE5D1-2C38-4149-89D0-D2D193E9D911}"/>
              </a:ext>
            </a:extLst>
          </p:cNvPr>
          <p:cNvCxnSpPr>
            <a:cxnSpLocks noChangeShapeType="1"/>
            <a:stCxn id="3077" idx="3"/>
            <a:endCxn id="3078" idx="7"/>
          </p:cNvCxnSpPr>
          <p:nvPr/>
        </p:nvCxnSpPr>
        <p:spPr bwMode="auto">
          <a:xfrm flipH="1">
            <a:off x="3848100" y="1830388"/>
            <a:ext cx="1112838" cy="823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9" name="AutoShape 17">
            <a:extLst>
              <a:ext uri="{FF2B5EF4-FFF2-40B4-BE49-F238E27FC236}">
                <a16:creationId xmlns:a16="http://schemas.microsoft.com/office/drawing/2014/main" id="{B39918D4-9B36-413B-8C57-469A9759B10F}"/>
              </a:ext>
            </a:extLst>
          </p:cNvPr>
          <p:cNvCxnSpPr>
            <a:cxnSpLocks noChangeShapeType="1"/>
            <a:stCxn id="3080" idx="6"/>
            <a:endCxn id="3079" idx="3"/>
          </p:cNvCxnSpPr>
          <p:nvPr/>
        </p:nvCxnSpPr>
        <p:spPr bwMode="auto">
          <a:xfrm flipV="1">
            <a:off x="5268914" y="2370138"/>
            <a:ext cx="987425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90" name="AutoShape 18">
            <a:extLst>
              <a:ext uri="{FF2B5EF4-FFF2-40B4-BE49-F238E27FC236}">
                <a16:creationId xmlns:a16="http://schemas.microsoft.com/office/drawing/2014/main" id="{6C90454D-681D-41C1-9453-24344F3441E2}"/>
              </a:ext>
            </a:extLst>
          </p:cNvPr>
          <p:cNvCxnSpPr>
            <a:cxnSpLocks noChangeShapeType="1"/>
            <a:stCxn id="3077" idx="6"/>
            <a:endCxn id="3079" idx="1"/>
          </p:cNvCxnSpPr>
          <p:nvPr/>
        </p:nvCxnSpPr>
        <p:spPr bwMode="auto">
          <a:xfrm>
            <a:off x="5268914" y="1703388"/>
            <a:ext cx="987425" cy="411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91" name="Text Box 19">
            <a:extLst>
              <a:ext uri="{FF2B5EF4-FFF2-40B4-BE49-F238E27FC236}">
                <a16:creationId xmlns:a16="http://schemas.microsoft.com/office/drawing/2014/main" id="{D5058616-07EA-4D29-96F8-C752483CE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1675" y="690563"/>
            <a:ext cx="82398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/>
              <a:t>Пусть задана сеть и поток в ней. Свяжем с потоком функцию </a:t>
            </a:r>
            <a:r>
              <a:rPr lang="en-US" altLang="ru-RU" sz="1400"/>
              <a:t>f (u, v), </a:t>
            </a:r>
            <a:r>
              <a:rPr lang="ru-RU" altLang="ru-RU" sz="1400"/>
              <a:t>обладающую следующими </a:t>
            </a:r>
            <a:br>
              <a:rPr lang="ru-RU" altLang="ru-RU" sz="1400"/>
            </a:br>
            <a:r>
              <a:rPr lang="ru-RU" altLang="ru-RU" sz="1400"/>
              <a:t>свойствами:</a:t>
            </a:r>
          </a:p>
        </p:txBody>
      </p:sp>
      <p:sp>
        <p:nvSpPr>
          <p:cNvPr id="3092" name="Text Box 21">
            <a:extLst>
              <a:ext uri="{FF2B5EF4-FFF2-40B4-BE49-F238E27FC236}">
                <a16:creationId xmlns:a16="http://schemas.microsoft.com/office/drawing/2014/main" id="{9CE93764-BA6A-4C02-A891-F8F0DD2E490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285332" y="2097882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10</a:t>
            </a:r>
          </a:p>
        </p:txBody>
      </p:sp>
      <p:sp>
        <p:nvSpPr>
          <p:cNvPr id="103454" name="Text Box 30">
            <a:extLst>
              <a:ext uri="{FF2B5EF4-FFF2-40B4-BE49-F238E27FC236}">
                <a16:creationId xmlns:a16="http://schemas.microsoft.com/office/drawing/2014/main" id="{83A728F1-B924-49AA-B29E-423C344A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8" y="3429000"/>
            <a:ext cx="68754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400"/>
              <a:t>a) </a:t>
            </a:r>
            <a:r>
              <a:rPr lang="ru-RU" altLang="ru-RU" sz="1400"/>
              <a:t>если по ребру (</a:t>
            </a:r>
            <a:r>
              <a:rPr lang="en-US" altLang="ru-RU" sz="1400"/>
              <a:t>u,v) </a:t>
            </a:r>
            <a:r>
              <a:rPr lang="ru-RU" altLang="ru-RU" sz="1400"/>
              <a:t>идет поток величиной </a:t>
            </a:r>
            <a:r>
              <a:rPr lang="en-US" altLang="ru-RU" sz="1400" i="1"/>
              <a:t>c</a:t>
            </a:r>
            <a:r>
              <a:rPr lang="ru-RU" altLang="ru-RU" sz="1400"/>
              <a:t>, то положим </a:t>
            </a:r>
            <a:r>
              <a:rPr lang="en-US" altLang="ru-RU" sz="1400"/>
              <a:t>f (u, v) = c, f (v, u) = -c;</a:t>
            </a:r>
            <a:endParaRPr lang="ru-RU" altLang="ru-RU" sz="1400"/>
          </a:p>
        </p:txBody>
      </p:sp>
      <p:sp>
        <p:nvSpPr>
          <p:cNvPr id="103455" name="Text Box 31">
            <a:extLst>
              <a:ext uri="{FF2B5EF4-FFF2-40B4-BE49-F238E27FC236}">
                <a16:creationId xmlns:a16="http://schemas.microsoft.com/office/drawing/2014/main" id="{FD38078D-4090-46B7-9697-B6402CF9E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8" y="3752850"/>
            <a:ext cx="766088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400"/>
              <a:t>b) </a:t>
            </a:r>
            <a:r>
              <a:rPr lang="ru-RU" altLang="ru-RU" sz="1400"/>
              <a:t>если есть два «встречных» потока </a:t>
            </a:r>
            <a:r>
              <a:rPr lang="en-US" altLang="ru-RU" sz="1400"/>
              <a:t>c1 </a:t>
            </a:r>
            <a:r>
              <a:rPr lang="ru-RU" altLang="ru-RU" sz="1400"/>
              <a:t>и </a:t>
            </a:r>
            <a:r>
              <a:rPr lang="en-US" altLang="ru-RU" sz="1400"/>
              <a:t>c2 </a:t>
            </a:r>
            <a:r>
              <a:rPr lang="ru-RU" altLang="ru-RU" sz="1400"/>
              <a:t>по ребрам </a:t>
            </a:r>
            <a:r>
              <a:rPr lang="en-US" altLang="ru-RU" sz="1400"/>
              <a:t>(u, v) </a:t>
            </a:r>
            <a:r>
              <a:rPr lang="ru-RU" altLang="ru-RU" sz="1400"/>
              <a:t>и </a:t>
            </a:r>
            <a:r>
              <a:rPr lang="en-US" altLang="ru-RU" sz="1400"/>
              <a:t>(v, u)</a:t>
            </a:r>
            <a:r>
              <a:rPr lang="ru-RU" altLang="ru-RU" sz="1400"/>
              <a:t> соответственно, то</a:t>
            </a:r>
            <a:br>
              <a:rPr lang="ru-RU" altLang="ru-RU" sz="1400"/>
            </a:br>
            <a:r>
              <a:rPr lang="ru-RU" altLang="ru-RU" sz="1400"/>
              <a:t>    полагаем </a:t>
            </a:r>
            <a:r>
              <a:rPr lang="en-US" altLang="ru-RU" sz="1400"/>
              <a:t>f (u, v) = c1-c2</a:t>
            </a:r>
            <a:r>
              <a:rPr lang="ru-RU" altLang="ru-RU" sz="1400"/>
              <a:t>. На самом деле всегда можно считать, что на самом деле есть</a:t>
            </a:r>
            <a:br>
              <a:rPr lang="ru-RU" altLang="ru-RU" sz="1400"/>
            </a:br>
            <a:r>
              <a:rPr lang="ru-RU" altLang="ru-RU" sz="1400"/>
              <a:t>    только один поток величиной </a:t>
            </a:r>
            <a:r>
              <a:rPr lang="en-US" altLang="ru-RU" sz="1400"/>
              <a:t>|c1-c2|.</a:t>
            </a:r>
            <a:endParaRPr lang="ru-RU" altLang="ru-RU" sz="1400"/>
          </a:p>
        </p:txBody>
      </p:sp>
      <p:sp>
        <p:nvSpPr>
          <p:cNvPr id="103456" name="Text Box 32">
            <a:extLst>
              <a:ext uri="{FF2B5EF4-FFF2-40B4-BE49-F238E27FC236}">
                <a16:creationId xmlns:a16="http://schemas.microsoft.com/office/drawing/2014/main" id="{61F1E17B-54B1-4233-9A51-520826011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8" y="4545013"/>
            <a:ext cx="576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/>
              <a:t>На приведенной выше картинке: </a:t>
            </a:r>
            <a:r>
              <a:rPr lang="en-US" altLang="ru-RU" sz="1400"/>
              <a:t>f (</a:t>
            </a:r>
            <a:r>
              <a:rPr lang="ru-RU" altLang="ru-RU" sz="1400"/>
              <a:t>И</a:t>
            </a:r>
            <a:r>
              <a:rPr lang="en-US" altLang="ru-RU" sz="1400"/>
              <a:t>, </a:t>
            </a:r>
            <a:r>
              <a:rPr lang="ru-RU" altLang="ru-RU" sz="1400"/>
              <a:t>3</a:t>
            </a:r>
            <a:r>
              <a:rPr lang="en-US" altLang="ru-RU" sz="1400"/>
              <a:t>) = 8; f (</a:t>
            </a:r>
            <a:r>
              <a:rPr lang="ru-RU" altLang="ru-RU" sz="1400"/>
              <a:t>3</a:t>
            </a:r>
            <a:r>
              <a:rPr lang="en-US" altLang="ru-RU" sz="1400"/>
              <a:t>, </a:t>
            </a:r>
            <a:r>
              <a:rPr lang="ru-RU" altLang="ru-RU" sz="1400"/>
              <a:t>2</a:t>
            </a:r>
            <a:r>
              <a:rPr lang="en-US" altLang="ru-RU" sz="1400"/>
              <a:t>) = -4; f (</a:t>
            </a:r>
            <a:r>
              <a:rPr lang="ru-RU" altLang="ru-RU" sz="1400"/>
              <a:t>1</a:t>
            </a:r>
            <a:r>
              <a:rPr lang="en-US" altLang="ru-RU" sz="1400"/>
              <a:t>, </a:t>
            </a:r>
            <a:r>
              <a:rPr lang="ru-RU" altLang="ru-RU" sz="1400"/>
              <a:t>3</a:t>
            </a:r>
            <a:r>
              <a:rPr lang="en-US" altLang="ru-RU" sz="1400"/>
              <a:t>) = -1</a:t>
            </a:r>
            <a:r>
              <a:rPr lang="ru-RU" altLang="ru-RU" sz="1400"/>
              <a:t>.</a:t>
            </a:r>
          </a:p>
        </p:txBody>
      </p:sp>
      <p:sp>
        <p:nvSpPr>
          <p:cNvPr id="103457" name="Text Box 33">
            <a:extLst>
              <a:ext uri="{FF2B5EF4-FFF2-40B4-BE49-F238E27FC236}">
                <a16:creationId xmlns:a16="http://schemas.microsoft.com/office/drawing/2014/main" id="{24369CAD-4A02-4C2F-A6BD-8380535A7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8" y="4868863"/>
            <a:ext cx="77807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/>
              <a:t>Для каждого ребра (при заданном потоке </a:t>
            </a:r>
            <a:r>
              <a:rPr lang="en-US" altLang="ru-RU" sz="1400"/>
              <a:t>f) </a:t>
            </a:r>
            <a:r>
              <a:rPr lang="ru-RU" altLang="ru-RU" sz="1400"/>
              <a:t>определим также его «остаточную пропускную </a:t>
            </a:r>
            <a:br>
              <a:rPr lang="en-US" altLang="ru-RU" sz="1400"/>
            </a:br>
            <a:r>
              <a:rPr lang="ru-RU" altLang="ru-RU" sz="1400"/>
              <a:t>способность»</a:t>
            </a:r>
            <a:r>
              <a:rPr lang="en-US" altLang="ru-RU" sz="1400"/>
              <a:t>: c</a:t>
            </a:r>
            <a:r>
              <a:rPr lang="en-US" altLang="ru-RU" sz="1400" baseline="-25000"/>
              <a:t>f</a:t>
            </a:r>
            <a:r>
              <a:rPr lang="en-US" altLang="ru-RU" sz="1400"/>
              <a:t>(u, v) = c (u, v) – f(u, v)</a:t>
            </a:r>
            <a:endParaRPr lang="ru-RU" altLang="ru-RU" sz="1400"/>
          </a:p>
        </p:txBody>
      </p:sp>
      <p:sp>
        <p:nvSpPr>
          <p:cNvPr id="103458" name="Text Box 34">
            <a:extLst>
              <a:ext uri="{FF2B5EF4-FFF2-40B4-BE49-F238E27FC236}">
                <a16:creationId xmlns:a16="http://schemas.microsoft.com/office/drawing/2014/main" id="{39E619ED-1631-4BAF-AC04-232DEE8DE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9" y="5337175"/>
            <a:ext cx="48783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/>
              <a:t>Например, для заданного потока </a:t>
            </a:r>
            <a:r>
              <a:rPr lang="en-US" altLang="ru-RU" sz="1400"/>
              <a:t>c</a:t>
            </a:r>
            <a:r>
              <a:rPr lang="en-US" altLang="ru-RU" sz="1400" baseline="-25000"/>
              <a:t>f</a:t>
            </a:r>
            <a:r>
              <a:rPr lang="en-US" altLang="ru-RU" sz="1400"/>
              <a:t>(</a:t>
            </a:r>
            <a:r>
              <a:rPr lang="ru-RU" altLang="ru-RU" sz="1400"/>
              <a:t>3</a:t>
            </a:r>
            <a:r>
              <a:rPr lang="en-US" altLang="ru-RU" sz="1400"/>
              <a:t>, </a:t>
            </a:r>
            <a:r>
              <a:rPr lang="ru-RU" altLang="ru-RU" sz="1400"/>
              <a:t>4</a:t>
            </a:r>
            <a:r>
              <a:rPr lang="en-US" altLang="ru-RU" sz="1400"/>
              <a:t>) = 3, c</a:t>
            </a:r>
            <a:r>
              <a:rPr lang="en-US" altLang="ru-RU" sz="1400" baseline="-25000"/>
              <a:t>f</a:t>
            </a:r>
            <a:r>
              <a:rPr lang="en-US" altLang="ru-RU" sz="1400"/>
              <a:t>(</a:t>
            </a:r>
            <a:r>
              <a:rPr lang="ru-RU" altLang="ru-RU" sz="1400"/>
              <a:t>1</a:t>
            </a:r>
            <a:r>
              <a:rPr lang="en-US" altLang="ru-RU" sz="1400"/>
              <a:t>, </a:t>
            </a:r>
            <a:r>
              <a:rPr lang="ru-RU" altLang="ru-RU" sz="1400"/>
              <a:t>3</a:t>
            </a:r>
            <a:r>
              <a:rPr lang="en-US" altLang="ru-RU" sz="1400"/>
              <a:t>) = 11.</a:t>
            </a:r>
            <a:endParaRPr lang="ru-RU" altLang="ru-RU" sz="1400"/>
          </a:p>
        </p:txBody>
      </p:sp>
      <p:sp>
        <p:nvSpPr>
          <p:cNvPr id="3098" name="Text Box 35">
            <a:extLst>
              <a:ext uri="{FF2B5EF4-FFF2-40B4-BE49-F238E27FC236}">
                <a16:creationId xmlns:a16="http://schemas.microsoft.com/office/drawing/2014/main" id="{18581B57-5EE7-4361-A8C8-8E98559EB75A}"/>
              </a:ext>
            </a:extLst>
          </p:cNvPr>
          <p:cNvSpPr txBox="1">
            <a:spLocks noChangeArrowheads="1"/>
          </p:cNvSpPr>
          <p:nvPr/>
        </p:nvSpPr>
        <p:spPr bwMode="auto">
          <a:xfrm rot="20366003">
            <a:off x="2711451" y="1592264"/>
            <a:ext cx="563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11/16</a:t>
            </a:r>
          </a:p>
        </p:txBody>
      </p:sp>
      <p:sp>
        <p:nvSpPr>
          <p:cNvPr id="3099" name="Text Box 36">
            <a:extLst>
              <a:ext uri="{FF2B5EF4-FFF2-40B4-BE49-F238E27FC236}">
                <a16:creationId xmlns:a16="http://schemas.microsoft.com/office/drawing/2014/main" id="{2B94C9D9-2919-4AFF-A421-9FACC3466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3" y="1412875"/>
            <a:ext cx="5635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12/12</a:t>
            </a:r>
          </a:p>
        </p:txBody>
      </p:sp>
      <p:sp>
        <p:nvSpPr>
          <p:cNvPr id="3100" name="Text Box 37">
            <a:extLst>
              <a:ext uri="{FF2B5EF4-FFF2-40B4-BE49-F238E27FC236}">
                <a16:creationId xmlns:a16="http://schemas.microsoft.com/office/drawing/2014/main" id="{A770C733-7739-4303-822A-8B55EAC5430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767139" y="2049464"/>
            <a:ext cx="395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1/4</a:t>
            </a:r>
          </a:p>
        </p:txBody>
      </p:sp>
      <p:sp>
        <p:nvSpPr>
          <p:cNvPr id="3101" name="Text Box 38">
            <a:extLst>
              <a:ext uri="{FF2B5EF4-FFF2-40B4-BE49-F238E27FC236}">
                <a16:creationId xmlns:a16="http://schemas.microsoft.com/office/drawing/2014/main" id="{467C45F1-2248-4EB5-99FC-22165554E9BE}"/>
              </a:ext>
            </a:extLst>
          </p:cNvPr>
          <p:cNvSpPr txBox="1">
            <a:spLocks noChangeArrowheads="1"/>
          </p:cNvSpPr>
          <p:nvPr/>
        </p:nvSpPr>
        <p:spPr bwMode="auto">
          <a:xfrm rot="1520942">
            <a:off x="2674939" y="2492375"/>
            <a:ext cx="479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8/13</a:t>
            </a:r>
          </a:p>
        </p:txBody>
      </p:sp>
      <p:sp>
        <p:nvSpPr>
          <p:cNvPr id="3102" name="Text Box 39">
            <a:extLst>
              <a:ext uri="{FF2B5EF4-FFF2-40B4-BE49-F238E27FC236}">
                <a16:creationId xmlns:a16="http://schemas.microsoft.com/office/drawing/2014/main" id="{5ED29D30-0FB5-4DF5-99C8-8295AD252126}"/>
              </a:ext>
            </a:extLst>
          </p:cNvPr>
          <p:cNvSpPr txBox="1">
            <a:spLocks noChangeArrowheads="1"/>
          </p:cNvSpPr>
          <p:nvPr/>
        </p:nvSpPr>
        <p:spPr bwMode="auto">
          <a:xfrm rot="19216152">
            <a:off x="4332289" y="2168525"/>
            <a:ext cx="395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4/9</a:t>
            </a:r>
          </a:p>
        </p:txBody>
      </p:sp>
      <p:sp>
        <p:nvSpPr>
          <p:cNvPr id="3103" name="Text Box 40">
            <a:extLst>
              <a:ext uri="{FF2B5EF4-FFF2-40B4-BE49-F238E27FC236}">
                <a16:creationId xmlns:a16="http://schemas.microsoft.com/office/drawing/2014/main" id="{3A8851AC-2524-46E8-85CF-329F3CEE6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6388" y="2744789"/>
            <a:ext cx="5635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11/14</a:t>
            </a:r>
          </a:p>
        </p:txBody>
      </p:sp>
      <p:sp>
        <p:nvSpPr>
          <p:cNvPr id="3104" name="Text Box 41">
            <a:extLst>
              <a:ext uri="{FF2B5EF4-FFF2-40B4-BE49-F238E27FC236}">
                <a16:creationId xmlns:a16="http://schemas.microsoft.com/office/drawing/2014/main" id="{346A7A69-73FD-4F7A-A760-20198B9199EA}"/>
              </a:ext>
            </a:extLst>
          </p:cNvPr>
          <p:cNvSpPr txBox="1">
            <a:spLocks noChangeArrowheads="1"/>
          </p:cNvSpPr>
          <p:nvPr/>
        </p:nvSpPr>
        <p:spPr bwMode="auto">
          <a:xfrm rot="1469915">
            <a:off x="5556251" y="1628775"/>
            <a:ext cx="5635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15/20</a:t>
            </a:r>
          </a:p>
        </p:txBody>
      </p:sp>
      <p:sp>
        <p:nvSpPr>
          <p:cNvPr id="3105" name="Text Box 42">
            <a:extLst>
              <a:ext uri="{FF2B5EF4-FFF2-40B4-BE49-F238E27FC236}">
                <a16:creationId xmlns:a16="http://schemas.microsoft.com/office/drawing/2014/main" id="{B5FAFF0B-1A91-4B06-9165-95FF526CE69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027613" y="2120901"/>
            <a:ext cx="395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7/7</a:t>
            </a:r>
          </a:p>
        </p:txBody>
      </p:sp>
      <p:sp>
        <p:nvSpPr>
          <p:cNvPr id="3106" name="Text Box 43">
            <a:extLst>
              <a:ext uri="{FF2B5EF4-FFF2-40B4-BE49-F238E27FC236}">
                <a16:creationId xmlns:a16="http://schemas.microsoft.com/office/drawing/2014/main" id="{E48B8F1F-85CB-482A-85CE-147BC13196BC}"/>
              </a:ext>
            </a:extLst>
          </p:cNvPr>
          <p:cNvSpPr txBox="1">
            <a:spLocks noChangeArrowheads="1"/>
          </p:cNvSpPr>
          <p:nvPr/>
        </p:nvSpPr>
        <p:spPr bwMode="auto">
          <a:xfrm rot="19835397">
            <a:off x="5627689" y="2528889"/>
            <a:ext cx="395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4/4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54" grpId="0"/>
      <p:bldP spid="103455" grpId="0"/>
      <p:bldP spid="103456" grpId="0"/>
      <p:bldP spid="103457" grpId="0"/>
      <p:bldP spid="1034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>
            <a:extLst>
              <a:ext uri="{FF2B5EF4-FFF2-40B4-BE49-F238E27FC236}">
                <a16:creationId xmlns:a16="http://schemas.microsoft.com/office/drawing/2014/main" id="{CC257C07-5352-4886-8A5C-30DC03869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0263" y="333376"/>
            <a:ext cx="3154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Метод Форда – Фалкерсона</a:t>
            </a:r>
          </a:p>
        </p:txBody>
      </p:sp>
      <p:sp>
        <p:nvSpPr>
          <p:cNvPr id="105475" name="Oval 3">
            <a:extLst>
              <a:ext uri="{FF2B5EF4-FFF2-40B4-BE49-F238E27FC236}">
                <a16:creationId xmlns:a16="http://schemas.microsoft.com/office/drawing/2014/main" id="{C619C9EB-A8E7-4A7A-B85D-CFE60479F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1" y="3789363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</a:p>
        </p:txBody>
      </p:sp>
      <p:sp>
        <p:nvSpPr>
          <p:cNvPr id="105476" name="Oval 4">
            <a:extLst>
              <a:ext uri="{FF2B5EF4-FFF2-40B4-BE49-F238E27FC236}">
                <a16:creationId xmlns:a16="http://schemas.microsoft.com/office/drawing/2014/main" id="{8EAED9B2-F313-4FC7-9B38-78F190001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863" y="3284538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1</a:t>
            </a:r>
          </a:p>
        </p:txBody>
      </p:sp>
      <p:sp>
        <p:nvSpPr>
          <p:cNvPr id="105477" name="Oval 5">
            <a:extLst>
              <a:ext uri="{FF2B5EF4-FFF2-40B4-BE49-F238E27FC236}">
                <a16:creationId xmlns:a16="http://schemas.microsoft.com/office/drawing/2014/main" id="{A2B145BA-A2DD-49FA-B298-6546F9A1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328612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2</a:t>
            </a:r>
          </a:p>
        </p:txBody>
      </p:sp>
      <p:sp>
        <p:nvSpPr>
          <p:cNvPr id="105478" name="Oval 6">
            <a:extLst>
              <a:ext uri="{FF2B5EF4-FFF2-40B4-BE49-F238E27FC236}">
                <a16:creationId xmlns:a16="http://schemas.microsoft.com/office/drawing/2014/main" id="{89116CAC-75C0-4137-8311-44D882957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863" y="436562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3</a:t>
            </a:r>
          </a:p>
        </p:txBody>
      </p:sp>
      <p:sp>
        <p:nvSpPr>
          <p:cNvPr id="105479" name="Oval 7">
            <a:extLst>
              <a:ext uri="{FF2B5EF4-FFF2-40B4-BE49-F238E27FC236}">
                <a16:creationId xmlns:a16="http://schemas.microsoft.com/office/drawing/2014/main" id="{93F61E68-0E2B-4790-999E-7D11C96B2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5888" y="382587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С</a:t>
            </a:r>
          </a:p>
        </p:txBody>
      </p:sp>
      <p:sp>
        <p:nvSpPr>
          <p:cNvPr id="105480" name="Oval 8">
            <a:extLst>
              <a:ext uri="{FF2B5EF4-FFF2-40B4-BE49-F238E27FC236}">
                <a16:creationId xmlns:a16="http://schemas.microsoft.com/office/drawing/2014/main" id="{F5FAACBF-7EB3-49D3-882F-DC0CE69EF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436562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4</a:t>
            </a:r>
          </a:p>
        </p:txBody>
      </p:sp>
      <p:cxnSp>
        <p:nvCxnSpPr>
          <p:cNvPr id="105481" name="AutoShape 9">
            <a:extLst>
              <a:ext uri="{FF2B5EF4-FFF2-40B4-BE49-F238E27FC236}">
                <a16:creationId xmlns:a16="http://schemas.microsoft.com/office/drawing/2014/main" id="{31C88A52-836C-4AD8-9ABF-D6598F42CF32}"/>
              </a:ext>
            </a:extLst>
          </p:cNvPr>
          <p:cNvCxnSpPr>
            <a:cxnSpLocks noChangeShapeType="1"/>
            <a:stCxn id="105475" idx="7"/>
            <a:endCxn id="105476" idx="2"/>
          </p:cNvCxnSpPr>
          <p:nvPr/>
        </p:nvCxnSpPr>
        <p:spPr bwMode="auto">
          <a:xfrm flipV="1">
            <a:off x="2263775" y="3465514"/>
            <a:ext cx="700088" cy="376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482" name="AutoShape 10">
            <a:extLst>
              <a:ext uri="{FF2B5EF4-FFF2-40B4-BE49-F238E27FC236}">
                <a16:creationId xmlns:a16="http://schemas.microsoft.com/office/drawing/2014/main" id="{E2568E1C-1AC8-4050-BEFD-B2FD8135B5DD}"/>
              </a:ext>
            </a:extLst>
          </p:cNvPr>
          <p:cNvCxnSpPr>
            <a:cxnSpLocks noChangeShapeType="1"/>
            <a:stCxn id="105476" idx="6"/>
            <a:endCxn id="105477" idx="2"/>
          </p:cNvCxnSpPr>
          <p:nvPr/>
        </p:nvCxnSpPr>
        <p:spPr bwMode="auto">
          <a:xfrm>
            <a:off x="3324225" y="3465514"/>
            <a:ext cx="82708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483" name="AutoShape 11">
            <a:extLst>
              <a:ext uri="{FF2B5EF4-FFF2-40B4-BE49-F238E27FC236}">
                <a16:creationId xmlns:a16="http://schemas.microsoft.com/office/drawing/2014/main" id="{80EAB466-F184-4B6A-BD87-2E605AA6A30E}"/>
              </a:ext>
            </a:extLst>
          </p:cNvPr>
          <p:cNvCxnSpPr>
            <a:cxnSpLocks noChangeShapeType="1"/>
            <a:stCxn id="105476" idx="3"/>
            <a:endCxn id="105478" idx="1"/>
          </p:cNvCxnSpPr>
          <p:nvPr/>
        </p:nvCxnSpPr>
        <p:spPr bwMode="auto">
          <a:xfrm>
            <a:off x="3016250" y="3592513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484" name="AutoShape 12">
            <a:extLst>
              <a:ext uri="{FF2B5EF4-FFF2-40B4-BE49-F238E27FC236}">
                <a16:creationId xmlns:a16="http://schemas.microsoft.com/office/drawing/2014/main" id="{BE4F9270-2019-40EE-909B-DD4CB4BACD67}"/>
              </a:ext>
            </a:extLst>
          </p:cNvPr>
          <p:cNvCxnSpPr>
            <a:cxnSpLocks noChangeShapeType="1"/>
            <a:stCxn id="105478" idx="7"/>
            <a:endCxn id="105476" idx="5"/>
          </p:cNvCxnSpPr>
          <p:nvPr/>
        </p:nvCxnSpPr>
        <p:spPr bwMode="auto">
          <a:xfrm flipV="1">
            <a:off x="3271838" y="3592513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485" name="AutoShape 13">
            <a:extLst>
              <a:ext uri="{FF2B5EF4-FFF2-40B4-BE49-F238E27FC236}">
                <a16:creationId xmlns:a16="http://schemas.microsoft.com/office/drawing/2014/main" id="{756ABD81-4AE1-4294-8B8B-2644926BF870}"/>
              </a:ext>
            </a:extLst>
          </p:cNvPr>
          <p:cNvCxnSpPr>
            <a:cxnSpLocks noChangeShapeType="1"/>
            <a:stCxn id="105475" idx="5"/>
            <a:endCxn id="105478" idx="2"/>
          </p:cNvCxnSpPr>
          <p:nvPr/>
        </p:nvCxnSpPr>
        <p:spPr bwMode="auto">
          <a:xfrm>
            <a:off x="2263775" y="4097338"/>
            <a:ext cx="700088" cy="449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486" name="AutoShape 14">
            <a:extLst>
              <a:ext uri="{FF2B5EF4-FFF2-40B4-BE49-F238E27FC236}">
                <a16:creationId xmlns:a16="http://schemas.microsoft.com/office/drawing/2014/main" id="{C3CB7FD6-899B-4867-82AD-8A79323502D8}"/>
              </a:ext>
            </a:extLst>
          </p:cNvPr>
          <p:cNvCxnSpPr>
            <a:cxnSpLocks noChangeShapeType="1"/>
            <a:stCxn id="105478" idx="6"/>
            <a:endCxn id="105480" idx="2"/>
          </p:cNvCxnSpPr>
          <p:nvPr/>
        </p:nvCxnSpPr>
        <p:spPr bwMode="auto">
          <a:xfrm>
            <a:off x="3324225" y="4546600"/>
            <a:ext cx="8270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487" name="AutoShape 15">
            <a:extLst>
              <a:ext uri="{FF2B5EF4-FFF2-40B4-BE49-F238E27FC236}">
                <a16:creationId xmlns:a16="http://schemas.microsoft.com/office/drawing/2014/main" id="{3FFD943D-FBFC-4C68-95BE-A001CA9523DE}"/>
              </a:ext>
            </a:extLst>
          </p:cNvPr>
          <p:cNvCxnSpPr>
            <a:cxnSpLocks noChangeShapeType="1"/>
            <a:stCxn id="105480" idx="0"/>
            <a:endCxn id="105477" idx="4"/>
          </p:cNvCxnSpPr>
          <p:nvPr/>
        </p:nvCxnSpPr>
        <p:spPr bwMode="auto">
          <a:xfrm flipV="1">
            <a:off x="4332288" y="3646489"/>
            <a:ext cx="0" cy="719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488" name="AutoShape 16">
            <a:extLst>
              <a:ext uri="{FF2B5EF4-FFF2-40B4-BE49-F238E27FC236}">
                <a16:creationId xmlns:a16="http://schemas.microsoft.com/office/drawing/2014/main" id="{CABA1027-020A-4060-8F97-D6D2FC2C0E34}"/>
              </a:ext>
            </a:extLst>
          </p:cNvPr>
          <p:cNvCxnSpPr>
            <a:cxnSpLocks noChangeShapeType="1"/>
            <a:stCxn id="105477" idx="3"/>
            <a:endCxn id="105478" idx="7"/>
          </p:cNvCxnSpPr>
          <p:nvPr/>
        </p:nvCxnSpPr>
        <p:spPr bwMode="auto">
          <a:xfrm flipH="1">
            <a:off x="3271838" y="3594101"/>
            <a:ext cx="931862" cy="823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489" name="AutoShape 17">
            <a:extLst>
              <a:ext uri="{FF2B5EF4-FFF2-40B4-BE49-F238E27FC236}">
                <a16:creationId xmlns:a16="http://schemas.microsoft.com/office/drawing/2014/main" id="{C1E92DB9-18ED-498F-98C5-0CF85D6AEFEE}"/>
              </a:ext>
            </a:extLst>
          </p:cNvPr>
          <p:cNvCxnSpPr>
            <a:cxnSpLocks noChangeShapeType="1"/>
            <a:stCxn id="105480" idx="6"/>
            <a:endCxn id="105479" idx="3"/>
          </p:cNvCxnSpPr>
          <p:nvPr/>
        </p:nvCxnSpPr>
        <p:spPr bwMode="auto">
          <a:xfrm flipV="1">
            <a:off x="4511675" y="4133850"/>
            <a:ext cx="736600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490" name="AutoShape 18">
            <a:extLst>
              <a:ext uri="{FF2B5EF4-FFF2-40B4-BE49-F238E27FC236}">
                <a16:creationId xmlns:a16="http://schemas.microsoft.com/office/drawing/2014/main" id="{331D2BDA-07B2-4CD3-8D6B-05C337733A61}"/>
              </a:ext>
            </a:extLst>
          </p:cNvPr>
          <p:cNvCxnSpPr>
            <a:cxnSpLocks noChangeShapeType="1"/>
            <a:stCxn id="105477" idx="6"/>
            <a:endCxn id="105479" idx="1"/>
          </p:cNvCxnSpPr>
          <p:nvPr/>
        </p:nvCxnSpPr>
        <p:spPr bwMode="auto">
          <a:xfrm>
            <a:off x="4511675" y="3467101"/>
            <a:ext cx="736600" cy="411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15" name="Text Box 19">
            <a:extLst>
              <a:ext uri="{FF2B5EF4-FFF2-40B4-BE49-F238E27FC236}">
                <a16:creationId xmlns:a16="http://schemas.microsoft.com/office/drawing/2014/main" id="{DD0B603B-D8B5-4A5B-BA7A-E6CB78E60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1676" y="690563"/>
            <a:ext cx="726012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/>
              <a:t>Будем искать </a:t>
            </a:r>
            <a:r>
              <a:rPr lang="ru-RU" altLang="ru-RU" sz="1400" i="1"/>
              <a:t>дополняющие пути</a:t>
            </a:r>
            <a:r>
              <a:rPr lang="ru-RU" altLang="ru-RU" sz="1400"/>
              <a:t> из истока в сток, по которому можно пропустить</a:t>
            </a:r>
            <a:br>
              <a:rPr lang="ru-RU" altLang="ru-RU" sz="1400"/>
            </a:br>
            <a:r>
              <a:rPr lang="ru-RU" altLang="ru-RU" sz="1400"/>
              <a:t>дополнительное количество вещества. Тогда схема алгоритма может быть записана</a:t>
            </a:r>
            <a:br>
              <a:rPr lang="ru-RU" altLang="ru-RU" sz="1400"/>
            </a:br>
            <a:r>
              <a:rPr lang="ru-RU" altLang="ru-RU" sz="1400"/>
              <a:t>следующим образом:</a:t>
            </a:r>
          </a:p>
        </p:txBody>
      </p:sp>
      <p:sp>
        <p:nvSpPr>
          <p:cNvPr id="105492" name="Text Box 20">
            <a:extLst>
              <a:ext uri="{FF2B5EF4-FFF2-40B4-BE49-F238E27FC236}">
                <a16:creationId xmlns:a16="http://schemas.microsoft.com/office/drawing/2014/main" id="{B0A703D2-73E8-40AE-A02C-6E0D24792C2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709070" y="3861595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10</a:t>
            </a:r>
          </a:p>
        </p:txBody>
      </p:sp>
      <p:sp>
        <p:nvSpPr>
          <p:cNvPr id="105498" name="Text Box 26">
            <a:extLst>
              <a:ext uri="{FF2B5EF4-FFF2-40B4-BE49-F238E27FC236}">
                <a16:creationId xmlns:a16="http://schemas.microsoft.com/office/drawing/2014/main" id="{135B66DE-BCF9-4CB9-8B6F-4CDC51C544FC}"/>
              </a:ext>
            </a:extLst>
          </p:cNvPr>
          <p:cNvSpPr txBox="1">
            <a:spLocks noChangeArrowheads="1"/>
          </p:cNvSpPr>
          <p:nvPr/>
        </p:nvSpPr>
        <p:spPr bwMode="auto">
          <a:xfrm rot="20012098">
            <a:off x="2279651" y="3392489"/>
            <a:ext cx="563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11/16</a:t>
            </a:r>
          </a:p>
        </p:txBody>
      </p:sp>
      <p:sp>
        <p:nvSpPr>
          <p:cNvPr id="105499" name="Text Box 27">
            <a:extLst>
              <a:ext uri="{FF2B5EF4-FFF2-40B4-BE49-F238E27FC236}">
                <a16:creationId xmlns:a16="http://schemas.microsoft.com/office/drawing/2014/main" id="{6D89ACE5-238F-48AA-B173-C1F3F04EC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101" y="3176589"/>
            <a:ext cx="563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12/12</a:t>
            </a:r>
          </a:p>
        </p:txBody>
      </p:sp>
      <p:sp>
        <p:nvSpPr>
          <p:cNvPr id="105500" name="Text Box 28">
            <a:extLst>
              <a:ext uri="{FF2B5EF4-FFF2-40B4-BE49-F238E27FC236}">
                <a16:creationId xmlns:a16="http://schemas.microsoft.com/office/drawing/2014/main" id="{EA2B8FCA-F717-447E-92B9-FC9D4F085C3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190875" y="3813175"/>
            <a:ext cx="395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1/4</a:t>
            </a:r>
          </a:p>
        </p:txBody>
      </p:sp>
      <p:sp>
        <p:nvSpPr>
          <p:cNvPr id="105501" name="Text Box 29">
            <a:extLst>
              <a:ext uri="{FF2B5EF4-FFF2-40B4-BE49-F238E27FC236}">
                <a16:creationId xmlns:a16="http://schemas.microsoft.com/office/drawing/2014/main" id="{AB3200E2-7D35-437D-B733-94DF1C3C28BE}"/>
              </a:ext>
            </a:extLst>
          </p:cNvPr>
          <p:cNvSpPr txBox="1">
            <a:spLocks noChangeArrowheads="1"/>
          </p:cNvSpPr>
          <p:nvPr/>
        </p:nvSpPr>
        <p:spPr bwMode="auto">
          <a:xfrm rot="2114577">
            <a:off x="2279651" y="4257675"/>
            <a:ext cx="479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8/13</a:t>
            </a:r>
          </a:p>
        </p:txBody>
      </p:sp>
      <p:sp>
        <p:nvSpPr>
          <p:cNvPr id="105502" name="Text Box 30">
            <a:extLst>
              <a:ext uri="{FF2B5EF4-FFF2-40B4-BE49-F238E27FC236}">
                <a16:creationId xmlns:a16="http://schemas.microsoft.com/office/drawing/2014/main" id="{C1B5D0F2-35FD-4A39-A256-E6FA0D1BACF4}"/>
              </a:ext>
            </a:extLst>
          </p:cNvPr>
          <p:cNvSpPr txBox="1">
            <a:spLocks noChangeArrowheads="1"/>
          </p:cNvSpPr>
          <p:nvPr/>
        </p:nvSpPr>
        <p:spPr bwMode="auto">
          <a:xfrm rot="19058309">
            <a:off x="3648075" y="3897314"/>
            <a:ext cx="395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4/9</a:t>
            </a:r>
          </a:p>
        </p:txBody>
      </p:sp>
      <p:sp>
        <p:nvSpPr>
          <p:cNvPr id="105503" name="Text Box 31">
            <a:extLst>
              <a:ext uri="{FF2B5EF4-FFF2-40B4-BE49-F238E27FC236}">
                <a16:creationId xmlns:a16="http://schemas.microsoft.com/office/drawing/2014/main" id="{F88585FF-B1A6-4A27-A67F-8549A17F7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101" y="4508500"/>
            <a:ext cx="5635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11/14</a:t>
            </a:r>
          </a:p>
        </p:txBody>
      </p:sp>
      <p:sp>
        <p:nvSpPr>
          <p:cNvPr id="105504" name="Text Box 32">
            <a:extLst>
              <a:ext uri="{FF2B5EF4-FFF2-40B4-BE49-F238E27FC236}">
                <a16:creationId xmlns:a16="http://schemas.microsoft.com/office/drawing/2014/main" id="{8BC544C2-06AB-462B-8FED-6799A2011C2A}"/>
              </a:ext>
            </a:extLst>
          </p:cNvPr>
          <p:cNvSpPr txBox="1">
            <a:spLocks noChangeArrowheads="1"/>
          </p:cNvSpPr>
          <p:nvPr/>
        </p:nvSpPr>
        <p:spPr bwMode="auto">
          <a:xfrm rot="1746139">
            <a:off x="4727576" y="3392489"/>
            <a:ext cx="563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15/20</a:t>
            </a:r>
          </a:p>
        </p:txBody>
      </p:sp>
      <p:sp>
        <p:nvSpPr>
          <p:cNvPr id="105505" name="Text Box 33">
            <a:extLst>
              <a:ext uri="{FF2B5EF4-FFF2-40B4-BE49-F238E27FC236}">
                <a16:creationId xmlns:a16="http://schemas.microsoft.com/office/drawing/2014/main" id="{15323A08-D5EF-4313-91DE-8C396F3F0F66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270376" y="3884613"/>
            <a:ext cx="395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7/7</a:t>
            </a:r>
          </a:p>
        </p:txBody>
      </p:sp>
      <p:sp>
        <p:nvSpPr>
          <p:cNvPr id="105506" name="Text Box 34">
            <a:extLst>
              <a:ext uri="{FF2B5EF4-FFF2-40B4-BE49-F238E27FC236}">
                <a16:creationId xmlns:a16="http://schemas.microsoft.com/office/drawing/2014/main" id="{310BE730-93CE-43B9-BD13-89AF46C48C16}"/>
              </a:ext>
            </a:extLst>
          </p:cNvPr>
          <p:cNvSpPr txBox="1">
            <a:spLocks noChangeArrowheads="1"/>
          </p:cNvSpPr>
          <p:nvPr/>
        </p:nvSpPr>
        <p:spPr bwMode="auto">
          <a:xfrm rot="19835397">
            <a:off x="4800600" y="4292600"/>
            <a:ext cx="395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4/4</a:t>
            </a:r>
          </a:p>
        </p:txBody>
      </p:sp>
      <p:sp>
        <p:nvSpPr>
          <p:cNvPr id="4126" name="Text Box 35">
            <a:extLst>
              <a:ext uri="{FF2B5EF4-FFF2-40B4-BE49-F238E27FC236}">
                <a16:creationId xmlns:a16="http://schemas.microsoft.com/office/drawing/2014/main" id="{A61614B8-1081-42C1-AB1B-FD85D6D71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800" y="1489076"/>
            <a:ext cx="438132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400">
                <a:latin typeface="Lucida Console" panose="020B0609040504020204" pitchFamily="49" charset="0"/>
              </a:rPr>
              <a:t>f = 0;</a:t>
            </a:r>
          </a:p>
          <a:p>
            <a:pPr eaLnBrk="1" hangingPunct="1"/>
            <a:r>
              <a:rPr lang="en-US" altLang="ru-RU" sz="1400" b="1">
                <a:latin typeface="Lucida Console" panose="020B0609040504020204" pitchFamily="49" charset="0"/>
              </a:rPr>
              <a:t>while</a:t>
            </a:r>
            <a:r>
              <a:rPr lang="en-US" altLang="ru-RU" sz="1400">
                <a:latin typeface="Lucida Console" panose="020B0609040504020204" pitchFamily="49" charset="0"/>
              </a:rPr>
              <a:t> (</a:t>
            </a:r>
            <a:r>
              <a:rPr lang="ru-RU" altLang="ru-RU" sz="1400" i="1">
                <a:latin typeface="Lucida Console" panose="020B0609040504020204" pitchFamily="49" charset="0"/>
              </a:rPr>
              <a:t>существует дополняющий путь </a:t>
            </a:r>
            <a:r>
              <a:rPr lang="en-US" altLang="ru-RU" sz="1400" i="1">
                <a:latin typeface="Lucida Console" panose="020B0609040504020204" pitchFamily="49" charset="0"/>
              </a:rPr>
              <a:t>p</a:t>
            </a:r>
            <a:r>
              <a:rPr lang="en-US" altLang="ru-RU" sz="1400">
                <a:latin typeface="Lucida Console" panose="020B0609040504020204" pitchFamily="49" charset="0"/>
              </a:rPr>
              <a:t>) {</a:t>
            </a:r>
          </a:p>
          <a:p>
            <a:pPr eaLnBrk="1" hangingPunct="1"/>
            <a:r>
              <a:rPr lang="en-US" altLang="ru-RU" sz="1400">
                <a:latin typeface="Lucida Console" panose="020B0609040504020204" pitchFamily="49" charset="0"/>
              </a:rPr>
              <a:t>  </a:t>
            </a:r>
            <a:r>
              <a:rPr lang="ru-RU" altLang="ru-RU" sz="1400" i="1">
                <a:latin typeface="Lucida Console" panose="020B0609040504020204" pitchFamily="49" charset="0"/>
              </a:rPr>
              <a:t>дополнить </a:t>
            </a:r>
            <a:r>
              <a:rPr lang="en-US" altLang="ru-RU" sz="1400" i="1">
                <a:latin typeface="Lucida Console" panose="020B0609040504020204" pitchFamily="49" charset="0"/>
              </a:rPr>
              <a:t>f </a:t>
            </a:r>
            <a:r>
              <a:rPr lang="ru-RU" altLang="ru-RU" sz="1400" i="1">
                <a:latin typeface="Lucida Console" panose="020B0609040504020204" pitchFamily="49" charset="0"/>
              </a:rPr>
              <a:t>вдоль </a:t>
            </a:r>
            <a:r>
              <a:rPr lang="en-US" altLang="ru-RU" sz="1400" i="1">
                <a:latin typeface="Lucida Console" panose="020B0609040504020204" pitchFamily="49" charset="0"/>
              </a:rPr>
              <a:t>p</a:t>
            </a:r>
            <a:r>
              <a:rPr lang="en-US" altLang="ru-RU" sz="1400">
                <a:latin typeface="Lucida Console" panose="020B0609040504020204" pitchFamily="49" charset="0"/>
              </a:rPr>
              <a:t>;</a:t>
            </a:r>
          </a:p>
          <a:p>
            <a:pPr eaLnBrk="1" hangingPunct="1"/>
            <a:r>
              <a:rPr lang="en-US" altLang="ru-RU" sz="1400">
                <a:latin typeface="Lucida Console" panose="020B0609040504020204" pitchFamily="49" charset="0"/>
              </a:rPr>
              <a:t>}</a:t>
            </a:r>
            <a:endParaRPr lang="ru-RU" altLang="ru-RU" sz="1400">
              <a:latin typeface="Lucida Console" panose="020B0609040504020204" pitchFamily="49" charset="0"/>
            </a:endParaRPr>
          </a:p>
        </p:txBody>
      </p:sp>
      <p:sp>
        <p:nvSpPr>
          <p:cNvPr id="105508" name="Text Box 36">
            <a:extLst>
              <a:ext uri="{FF2B5EF4-FFF2-40B4-BE49-F238E27FC236}">
                <a16:creationId xmlns:a16="http://schemas.microsoft.com/office/drawing/2014/main" id="{AC397746-42C5-40B3-9A7F-5068A8CC7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2492375"/>
            <a:ext cx="79782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/>
              <a:t>Для поиска дополняющих путей найдем все остаточные пропускные способности ребер сети</a:t>
            </a:r>
            <a:br>
              <a:rPr lang="ru-RU" altLang="ru-RU" sz="1400"/>
            </a:br>
            <a:r>
              <a:rPr lang="ru-RU" altLang="ru-RU" sz="1400"/>
              <a:t>и составим </a:t>
            </a:r>
            <a:r>
              <a:rPr lang="ru-RU" altLang="ru-RU" sz="1400" i="1"/>
              <a:t>остаточную сеть</a:t>
            </a:r>
            <a:r>
              <a:rPr lang="ru-RU" altLang="ru-RU" sz="1400"/>
              <a:t> из всех положительных величин:</a:t>
            </a:r>
          </a:p>
        </p:txBody>
      </p:sp>
      <p:sp>
        <p:nvSpPr>
          <p:cNvPr id="105535" name="Oval 63">
            <a:extLst>
              <a:ext uri="{FF2B5EF4-FFF2-40B4-BE49-F238E27FC236}">
                <a16:creationId xmlns:a16="http://schemas.microsoft.com/office/drawing/2014/main" id="{285CC206-3EA8-47D3-BC49-625BACAEC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951" y="3789363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</a:p>
        </p:txBody>
      </p:sp>
      <p:sp>
        <p:nvSpPr>
          <p:cNvPr id="105536" name="Oval 64">
            <a:extLst>
              <a:ext uri="{FF2B5EF4-FFF2-40B4-BE49-F238E27FC236}">
                <a16:creationId xmlns:a16="http://schemas.microsoft.com/office/drawing/2014/main" id="{FB2EADE9-8DD3-4523-9D9A-EEACD38DF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3284538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1</a:t>
            </a:r>
          </a:p>
        </p:txBody>
      </p:sp>
      <p:sp>
        <p:nvSpPr>
          <p:cNvPr id="105537" name="Oval 65">
            <a:extLst>
              <a:ext uri="{FF2B5EF4-FFF2-40B4-BE49-F238E27FC236}">
                <a16:creationId xmlns:a16="http://schemas.microsoft.com/office/drawing/2014/main" id="{8EABAE1E-B6F5-4BA5-860A-BB1B8235C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463" y="328612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2</a:t>
            </a:r>
          </a:p>
        </p:txBody>
      </p:sp>
      <p:sp>
        <p:nvSpPr>
          <p:cNvPr id="105538" name="Oval 66">
            <a:extLst>
              <a:ext uri="{FF2B5EF4-FFF2-40B4-BE49-F238E27FC236}">
                <a16:creationId xmlns:a16="http://schemas.microsoft.com/office/drawing/2014/main" id="{DF207C71-2A58-44AE-8114-DE3E850D7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436562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3</a:t>
            </a:r>
          </a:p>
        </p:txBody>
      </p:sp>
      <p:sp>
        <p:nvSpPr>
          <p:cNvPr id="105539" name="Oval 67">
            <a:extLst>
              <a:ext uri="{FF2B5EF4-FFF2-40B4-BE49-F238E27FC236}">
                <a16:creationId xmlns:a16="http://schemas.microsoft.com/office/drawing/2014/main" id="{1F5498F6-B5C0-487B-97D3-0823B61D2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8" y="382587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С</a:t>
            </a:r>
          </a:p>
        </p:txBody>
      </p:sp>
      <p:sp>
        <p:nvSpPr>
          <p:cNvPr id="105540" name="Oval 68">
            <a:extLst>
              <a:ext uri="{FF2B5EF4-FFF2-40B4-BE49-F238E27FC236}">
                <a16:creationId xmlns:a16="http://schemas.microsoft.com/office/drawing/2014/main" id="{5411ADAA-314D-4C20-B40A-DA69D7655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463" y="436562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4</a:t>
            </a:r>
          </a:p>
        </p:txBody>
      </p:sp>
      <p:cxnSp>
        <p:nvCxnSpPr>
          <p:cNvPr id="105541" name="AutoShape 69">
            <a:extLst>
              <a:ext uri="{FF2B5EF4-FFF2-40B4-BE49-F238E27FC236}">
                <a16:creationId xmlns:a16="http://schemas.microsoft.com/office/drawing/2014/main" id="{88699E10-16E7-4E41-BC52-6F51B97E4CCE}"/>
              </a:ext>
            </a:extLst>
          </p:cNvPr>
          <p:cNvCxnSpPr>
            <a:cxnSpLocks noChangeShapeType="1"/>
            <a:stCxn id="105535" idx="0"/>
            <a:endCxn id="105536" idx="1"/>
          </p:cNvCxnSpPr>
          <p:nvPr/>
        </p:nvCxnSpPr>
        <p:spPr bwMode="auto">
          <a:xfrm flipV="1">
            <a:off x="6384926" y="3336925"/>
            <a:ext cx="879475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42" name="AutoShape 70">
            <a:extLst>
              <a:ext uri="{FF2B5EF4-FFF2-40B4-BE49-F238E27FC236}">
                <a16:creationId xmlns:a16="http://schemas.microsoft.com/office/drawing/2014/main" id="{94D86B40-064A-4FE0-B93E-B2507DE7BCDE}"/>
              </a:ext>
            </a:extLst>
          </p:cNvPr>
          <p:cNvCxnSpPr>
            <a:cxnSpLocks noChangeShapeType="1"/>
            <a:stCxn id="105537" idx="2"/>
            <a:endCxn id="105536" idx="6"/>
          </p:cNvCxnSpPr>
          <p:nvPr/>
        </p:nvCxnSpPr>
        <p:spPr bwMode="auto">
          <a:xfrm flipH="1" flipV="1">
            <a:off x="7572375" y="3465514"/>
            <a:ext cx="82708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43" name="AutoShape 71">
            <a:extLst>
              <a:ext uri="{FF2B5EF4-FFF2-40B4-BE49-F238E27FC236}">
                <a16:creationId xmlns:a16="http://schemas.microsoft.com/office/drawing/2014/main" id="{3E736317-25B3-4A61-BA49-760696B262F6}"/>
              </a:ext>
            </a:extLst>
          </p:cNvPr>
          <p:cNvCxnSpPr>
            <a:cxnSpLocks noChangeShapeType="1"/>
            <a:stCxn id="105536" idx="3"/>
            <a:endCxn id="105538" idx="1"/>
          </p:cNvCxnSpPr>
          <p:nvPr/>
        </p:nvCxnSpPr>
        <p:spPr bwMode="auto">
          <a:xfrm>
            <a:off x="7264400" y="3592513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44" name="AutoShape 72">
            <a:extLst>
              <a:ext uri="{FF2B5EF4-FFF2-40B4-BE49-F238E27FC236}">
                <a16:creationId xmlns:a16="http://schemas.microsoft.com/office/drawing/2014/main" id="{4FC7EA50-CB58-410E-A5AF-CF05389991F5}"/>
              </a:ext>
            </a:extLst>
          </p:cNvPr>
          <p:cNvCxnSpPr>
            <a:cxnSpLocks noChangeShapeType="1"/>
            <a:stCxn id="105538" idx="7"/>
            <a:endCxn id="105536" idx="5"/>
          </p:cNvCxnSpPr>
          <p:nvPr/>
        </p:nvCxnSpPr>
        <p:spPr bwMode="auto">
          <a:xfrm flipV="1">
            <a:off x="7519988" y="3592513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45" name="AutoShape 73">
            <a:extLst>
              <a:ext uri="{FF2B5EF4-FFF2-40B4-BE49-F238E27FC236}">
                <a16:creationId xmlns:a16="http://schemas.microsoft.com/office/drawing/2014/main" id="{DA71E779-316C-48A3-A794-678C0B089506}"/>
              </a:ext>
            </a:extLst>
          </p:cNvPr>
          <p:cNvCxnSpPr>
            <a:cxnSpLocks noChangeShapeType="1"/>
            <a:stCxn id="105535" idx="5"/>
            <a:endCxn id="105538" idx="2"/>
          </p:cNvCxnSpPr>
          <p:nvPr/>
        </p:nvCxnSpPr>
        <p:spPr bwMode="auto">
          <a:xfrm>
            <a:off x="6511925" y="4097338"/>
            <a:ext cx="700088" cy="449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46" name="AutoShape 74">
            <a:extLst>
              <a:ext uri="{FF2B5EF4-FFF2-40B4-BE49-F238E27FC236}">
                <a16:creationId xmlns:a16="http://schemas.microsoft.com/office/drawing/2014/main" id="{6EED3E68-DC6A-4177-805E-0A495EDD1801}"/>
              </a:ext>
            </a:extLst>
          </p:cNvPr>
          <p:cNvCxnSpPr>
            <a:cxnSpLocks noChangeShapeType="1"/>
            <a:stCxn id="105538" idx="6"/>
            <a:endCxn id="105540" idx="2"/>
          </p:cNvCxnSpPr>
          <p:nvPr/>
        </p:nvCxnSpPr>
        <p:spPr bwMode="auto">
          <a:xfrm>
            <a:off x="7572375" y="4546600"/>
            <a:ext cx="8270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47" name="AutoShape 75">
            <a:extLst>
              <a:ext uri="{FF2B5EF4-FFF2-40B4-BE49-F238E27FC236}">
                <a16:creationId xmlns:a16="http://schemas.microsoft.com/office/drawing/2014/main" id="{5926A407-B44F-4EDE-AA37-606C8C72DE4D}"/>
              </a:ext>
            </a:extLst>
          </p:cNvPr>
          <p:cNvCxnSpPr>
            <a:cxnSpLocks noChangeShapeType="1"/>
            <a:stCxn id="105537" idx="4"/>
            <a:endCxn id="105540" idx="0"/>
          </p:cNvCxnSpPr>
          <p:nvPr/>
        </p:nvCxnSpPr>
        <p:spPr bwMode="auto">
          <a:xfrm>
            <a:off x="8580438" y="3646489"/>
            <a:ext cx="0" cy="719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48" name="AutoShape 76">
            <a:extLst>
              <a:ext uri="{FF2B5EF4-FFF2-40B4-BE49-F238E27FC236}">
                <a16:creationId xmlns:a16="http://schemas.microsoft.com/office/drawing/2014/main" id="{F5F17141-0CFD-4B64-B20C-AC677833C166}"/>
              </a:ext>
            </a:extLst>
          </p:cNvPr>
          <p:cNvCxnSpPr>
            <a:cxnSpLocks noChangeShapeType="1"/>
            <a:stCxn id="105537" idx="3"/>
            <a:endCxn id="105538" idx="7"/>
          </p:cNvCxnSpPr>
          <p:nvPr/>
        </p:nvCxnSpPr>
        <p:spPr bwMode="auto">
          <a:xfrm flipH="1">
            <a:off x="7519988" y="3594101"/>
            <a:ext cx="931862" cy="823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49" name="AutoShape 77">
            <a:extLst>
              <a:ext uri="{FF2B5EF4-FFF2-40B4-BE49-F238E27FC236}">
                <a16:creationId xmlns:a16="http://schemas.microsoft.com/office/drawing/2014/main" id="{42452A94-8730-45C5-BEE2-490B35348DF4}"/>
              </a:ext>
            </a:extLst>
          </p:cNvPr>
          <p:cNvCxnSpPr>
            <a:cxnSpLocks noChangeShapeType="1"/>
            <a:stCxn id="105539" idx="3"/>
            <a:endCxn id="105540" idx="6"/>
          </p:cNvCxnSpPr>
          <p:nvPr/>
        </p:nvCxnSpPr>
        <p:spPr bwMode="auto">
          <a:xfrm flipH="1">
            <a:off x="8759825" y="4133850"/>
            <a:ext cx="736600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50" name="AutoShape 78">
            <a:extLst>
              <a:ext uri="{FF2B5EF4-FFF2-40B4-BE49-F238E27FC236}">
                <a16:creationId xmlns:a16="http://schemas.microsoft.com/office/drawing/2014/main" id="{3CF0EA18-D36E-4487-81A4-60E70EAA57C2}"/>
              </a:ext>
            </a:extLst>
          </p:cNvPr>
          <p:cNvCxnSpPr>
            <a:cxnSpLocks noChangeShapeType="1"/>
            <a:stCxn id="105537" idx="7"/>
            <a:endCxn id="105539" idx="0"/>
          </p:cNvCxnSpPr>
          <p:nvPr/>
        </p:nvCxnSpPr>
        <p:spPr bwMode="auto">
          <a:xfrm>
            <a:off x="8707439" y="3338513"/>
            <a:ext cx="917575" cy="4873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551" name="Text Box 79">
            <a:extLst>
              <a:ext uri="{FF2B5EF4-FFF2-40B4-BE49-F238E27FC236}">
                <a16:creationId xmlns:a16="http://schemas.microsoft.com/office/drawing/2014/main" id="{A8F80840-9523-4111-8359-86FF1DE03BF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958807" y="3860007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11</a:t>
            </a:r>
          </a:p>
        </p:txBody>
      </p:sp>
      <p:sp>
        <p:nvSpPr>
          <p:cNvPr id="105552" name="Text Box 80">
            <a:extLst>
              <a:ext uri="{FF2B5EF4-FFF2-40B4-BE49-F238E27FC236}">
                <a16:creationId xmlns:a16="http://schemas.microsoft.com/office/drawing/2014/main" id="{95772E84-B2B1-415C-820F-C9A5CF70C6BF}"/>
              </a:ext>
            </a:extLst>
          </p:cNvPr>
          <p:cNvSpPr txBox="1">
            <a:spLocks noChangeArrowheads="1"/>
          </p:cNvSpPr>
          <p:nvPr/>
        </p:nvSpPr>
        <p:spPr bwMode="auto">
          <a:xfrm rot="20012098">
            <a:off x="6600825" y="33210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5</a:t>
            </a:r>
          </a:p>
        </p:txBody>
      </p:sp>
      <p:sp>
        <p:nvSpPr>
          <p:cNvPr id="105553" name="Text Box 81">
            <a:extLst>
              <a:ext uri="{FF2B5EF4-FFF2-40B4-BE49-F238E27FC236}">
                <a16:creationId xmlns:a16="http://schemas.microsoft.com/office/drawing/2014/main" id="{7D12DEB2-6EA2-4C43-BF4E-B1A95A280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1139" y="3190875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</a:t>
            </a:r>
          </a:p>
        </p:txBody>
      </p:sp>
      <p:sp>
        <p:nvSpPr>
          <p:cNvPr id="105554" name="Text Box 82">
            <a:extLst>
              <a:ext uri="{FF2B5EF4-FFF2-40B4-BE49-F238E27FC236}">
                <a16:creationId xmlns:a16="http://schemas.microsoft.com/office/drawing/2014/main" id="{C7C62573-9531-46FF-9DA1-970E5D2EEE0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504114" y="3875089"/>
            <a:ext cx="268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3</a:t>
            </a:r>
          </a:p>
        </p:txBody>
      </p:sp>
      <p:sp>
        <p:nvSpPr>
          <p:cNvPr id="105555" name="Text Box 83">
            <a:extLst>
              <a:ext uri="{FF2B5EF4-FFF2-40B4-BE49-F238E27FC236}">
                <a16:creationId xmlns:a16="http://schemas.microsoft.com/office/drawing/2014/main" id="{AB12992C-B6DF-4FE3-8D47-0D842AEC204C}"/>
              </a:ext>
            </a:extLst>
          </p:cNvPr>
          <p:cNvSpPr txBox="1">
            <a:spLocks noChangeArrowheads="1"/>
          </p:cNvSpPr>
          <p:nvPr/>
        </p:nvSpPr>
        <p:spPr bwMode="auto">
          <a:xfrm rot="2114577">
            <a:off x="6600825" y="4198939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5</a:t>
            </a:r>
          </a:p>
        </p:txBody>
      </p:sp>
      <p:sp>
        <p:nvSpPr>
          <p:cNvPr id="105556" name="Text Box 84">
            <a:extLst>
              <a:ext uri="{FF2B5EF4-FFF2-40B4-BE49-F238E27FC236}">
                <a16:creationId xmlns:a16="http://schemas.microsoft.com/office/drawing/2014/main" id="{E1CD5F56-A00D-4EB5-99DB-28BC73DFF45B}"/>
              </a:ext>
            </a:extLst>
          </p:cNvPr>
          <p:cNvSpPr txBox="1">
            <a:spLocks noChangeArrowheads="1"/>
          </p:cNvSpPr>
          <p:nvPr/>
        </p:nvSpPr>
        <p:spPr bwMode="auto">
          <a:xfrm rot="19058309">
            <a:off x="8059739" y="3983039"/>
            <a:ext cx="268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sp>
        <p:nvSpPr>
          <p:cNvPr id="105557" name="Text Box 85">
            <a:extLst>
              <a:ext uri="{FF2B5EF4-FFF2-40B4-BE49-F238E27FC236}">
                <a16:creationId xmlns:a16="http://schemas.microsoft.com/office/drawing/2014/main" id="{BFE1E7F1-51E7-4555-8625-A89892ACA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225" y="429260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3</a:t>
            </a:r>
          </a:p>
        </p:txBody>
      </p:sp>
      <p:sp>
        <p:nvSpPr>
          <p:cNvPr id="105558" name="Text Box 86">
            <a:extLst>
              <a:ext uri="{FF2B5EF4-FFF2-40B4-BE49-F238E27FC236}">
                <a16:creationId xmlns:a16="http://schemas.microsoft.com/office/drawing/2014/main" id="{E27E1B46-0BCE-4A09-B0BE-AC549B14C002}"/>
              </a:ext>
            </a:extLst>
          </p:cNvPr>
          <p:cNvSpPr txBox="1">
            <a:spLocks noChangeArrowheads="1"/>
          </p:cNvSpPr>
          <p:nvPr/>
        </p:nvSpPr>
        <p:spPr bwMode="auto">
          <a:xfrm rot="1746139">
            <a:off x="9083675" y="33210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5</a:t>
            </a:r>
          </a:p>
        </p:txBody>
      </p:sp>
      <p:sp>
        <p:nvSpPr>
          <p:cNvPr id="105559" name="Text Box 87">
            <a:extLst>
              <a:ext uri="{FF2B5EF4-FFF2-40B4-BE49-F238E27FC236}">
                <a16:creationId xmlns:a16="http://schemas.microsoft.com/office/drawing/2014/main" id="{2920BD82-877E-4857-B852-D2166F2B6B7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47100" y="3857625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7</a:t>
            </a:r>
          </a:p>
        </p:txBody>
      </p:sp>
      <p:sp>
        <p:nvSpPr>
          <p:cNvPr id="105560" name="Text Box 88">
            <a:extLst>
              <a:ext uri="{FF2B5EF4-FFF2-40B4-BE49-F238E27FC236}">
                <a16:creationId xmlns:a16="http://schemas.microsoft.com/office/drawing/2014/main" id="{E4AD827C-3A38-4A34-B940-5C34283B2CD6}"/>
              </a:ext>
            </a:extLst>
          </p:cNvPr>
          <p:cNvSpPr txBox="1">
            <a:spLocks noChangeArrowheads="1"/>
          </p:cNvSpPr>
          <p:nvPr/>
        </p:nvSpPr>
        <p:spPr bwMode="auto">
          <a:xfrm rot="19835397">
            <a:off x="9083675" y="4257675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sp>
        <p:nvSpPr>
          <p:cNvPr id="105561" name="Text Box 89">
            <a:extLst>
              <a:ext uri="{FF2B5EF4-FFF2-40B4-BE49-F238E27FC236}">
                <a16:creationId xmlns:a16="http://schemas.microsoft.com/office/drawing/2014/main" id="{1E55B5C1-D123-425E-A375-29ECFE1C1D77}"/>
              </a:ext>
            </a:extLst>
          </p:cNvPr>
          <p:cNvSpPr txBox="1">
            <a:spLocks noChangeArrowheads="1"/>
          </p:cNvSpPr>
          <p:nvPr/>
        </p:nvSpPr>
        <p:spPr bwMode="auto">
          <a:xfrm rot="20012098">
            <a:off x="6743701" y="3608389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11</a:t>
            </a:r>
          </a:p>
        </p:txBody>
      </p:sp>
      <p:cxnSp>
        <p:nvCxnSpPr>
          <p:cNvPr id="105562" name="AutoShape 90">
            <a:extLst>
              <a:ext uri="{FF2B5EF4-FFF2-40B4-BE49-F238E27FC236}">
                <a16:creationId xmlns:a16="http://schemas.microsoft.com/office/drawing/2014/main" id="{7DA7E65F-1925-4A3B-9816-398E2A5B611F}"/>
              </a:ext>
            </a:extLst>
          </p:cNvPr>
          <p:cNvCxnSpPr>
            <a:cxnSpLocks noChangeShapeType="1"/>
            <a:stCxn id="105536" idx="2"/>
            <a:endCxn id="105535" idx="7"/>
          </p:cNvCxnSpPr>
          <p:nvPr/>
        </p:nvCxnSpPr>
        <p:spPr bwMode="auto">
          <a:xfrm flipH="1">
            <a:off x="6511925" y="3465514"/>
            <a:ext cx="700088" cy="376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563" name="Text Box 91">
            <a:extLst>
              <a:ext uri="{FF2B5EF4-FFF2-40B4-BE49-F238E27FC236}">
                <a16:creationId xmlns:a16="http://schemas.microsoft.com/office/drawing/2014/main" id="{BF8C22F1-B760-4621-9517-6758A9A1787D}"/>
              </a:ext>
            </a:extLst>
          </p:cNvPr>
          <p:cNvSpPr txBox="1">
            <a:spLocks noChangeArrowheads="1"/>
          </p:cNvSpPr>
          <p:nvPr/>
        </p:nvSpPr>
        <p:spPr bwMode="auto">
          <a:xfrm rot="1746139">
            <a:off x="8904289" y="36449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15</a:t>
            </a:r>
          </a:p>
        </p:txBody>
      </p:sp>
      <p:cxnSp>
        <p:nvCxnSpPr>
          <p:cNvPr id="105564" name="AutoShape 92">
            <a:extLst>
              <a:ext uri="{FF2B5EF4-FFF2-40B4-BE49-F238E27FC236}">
                <a16:creationId xmlns:a16="http://schemas.microsoft.com/office/drawing/2014/main" id="{287F943D-9369-439B-972B-1D764301D182}"/>
              </a:ext>
            </a:extLst>
          </p:cNvPr>
          <p:cNvCxnSpPr>
            <a:cxnSpLocks noChangeShapeType="1"/>
            <a:stCxn id="105539" idx="1"/>
            <a:endCxn id="105537" idx="6"/>
          </p:cNvCxnSpPr>
          <p:nvPr/>
        </p:nvCxnSpPr>
        <p:spPr bwMode="auto">
          <a:xfrm flipH="1" flipV="1">
            <a:off x="8759825" y="3467101"/>
            <a:ext cx="736600" cy="411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565" name="Text Box 93">
            <a:extLst>
              <a:ext uri="{FF2B5EF4-FFF2-40B4-BE49-F238E27FC236}">
                <a16:creationId xmlns:a16="http://schemas.microsoft.com/office/drawing/2014/main" id="{E030161C-393F-4EEA-9A7F-887CC4E55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9714" y="4652964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11</a:t>
            </a:r>
          </a:p>
        </p:txBody>
      </p:sp>
      <p:cxnSp>
        <p:nvCxnSpPr>
          <p:cNvPr id="105566" name="AutoShape 94">
            <a:extLst>
              <a:ext uri="{FF2B5EF4-FFF2-40B4-BE49-F238E27FC236}">
                <a16:creationId xmlns:a16="http://schemas.microsoft.com/office/drawing/2014/main" id="{D8A3297D-9AFD-496A-98CE-E0EE46FBE29E}"/>
              </a:ext>
            </a:extLst>
          </p:cNvPr>
          <p:cNvCxnSpPr>
            <a:cxnSpLocks noChangeShapeType="1"/>
            <a:stCxn id="105540" idx="3"/>
            <a:endCxn id="105538" idx="5"/>
          </p:cNvCxnSpPr>
          <p:nvPr/>
        </p:nvCxnSpPr>
        <p:spPr bwMode="auto">
          <a:xfrm flipH="1">
            <a:off x="7519988" y="4673600"/>
            <a:ext cx="93186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567" name="Text Box 95">
            <a:extLst>
              <a:ext uri="{FF2B5EF4-FFF2-40B4-BE49-F238E27FC236}">
                <a16:creationId xmlns:a16="http://schemas.microsoft.com/office/drawing/2014/main" id="{439FCAF3-CF06-4006-9E69-8E6BA2F452EE}"/>
              </a:ext>
            </a:extLst>
          </p:cNvPr>
          <p:cNvSpPr txBox="1">
            <a:spLocks noChangeArrowheads="1"/>
          </p:cNvSpPr>
          <p:nvPr/>
        </p:nvSpPr>
        <p:spPr bwMode="auto">
          <a:xfrm rot="19058309">
            <a:off x="7824789" y="3716339"/>
            <a:ext cx="268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5</a:t>
            </a:r>
          </a:p>
        </p:txBody>
      </p:sp>
      <p:cxnSp>
        <p:nvCxnSpPr>
          <p:cNvPr id="105568" name="AutoShape 96">
            <a:extLst>
              <a:ext uri="{FF2B5EF4-FFF2-40B4-BE49-F238E27FC236}">
                <a16:creationId xmlns:a16="http://schemas.microsoft.com/office/drawing/2014/main" id="{26F6448F-4FBB-4E6C-9B33-6278E2C898A1}"/>
              </a:ext>
            </a:extLst>
          </p:cNvPr>
          <p:cNvCxnSpPr>
            <a:cxnSpLocks noChangeShapeType="1"/>
            <a:stCxn id="105538" idx="6"/>
            <a:endCxn id="105537" idx="4"/>
          </p:cNvCxnSpPr>
          <p:nvPr/>
        </p:nvCxnSpPr>
        <p:spPr bwMode="auto">
          <a:xfrm flipV="1">
            <a:off x="7572376" y="3646488"/>
            <a:ext cx="1008063" cy="9001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569" name="Text Box 97">
            <a:extLst>
              <a:ext uri="{FF2B5EF4-FFF2-40B4-BE49-F238E27FC236}">
                <a16:creationId xmlns:a16="http://schemas.microsoft.com/office/drawing/2014/main" id="{8E0331B5-E53B-4EFC-8EDD-BCACE82195E3}"/>
              </a:ext>
            </a:extLst>
          </p:cNvPr>
          <p:cNvSpPr txBox="1">
            <a:spLocks noChangeArrowheads="1"/>
          </p:cNvSpPr>
          <p:nvPr/>
        </p:nvSpPr>
        <p:spPr bwMode="auto">
          <a:xfrm rot="2114577">
            <a:off x="6764339" y="3897314"/>
            <a:ext cx="268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8</a:t>
            </a:r>
          </a:p>
        </p:txBody>
      </p:sp>
      <p:cxnSp>
        <p:nvCxnSpPr>
          <p:cNvPr id="105570" name="AutoShape 98">
            <a:extLst>
              <a:ext uri="{FF2B5EF4-FFF2-40B4-BE49-F238E27FC236}">
                <a16:creationId xmlns:a16="http://schemas.microsoft.com/office/drawing/2014/main" id="{1A645819-64FA-447A-905D-383003ABE4E3}"/>
              </a:ext>
            </a:extLst>
          </p:cNvPr>
          <p:cNvCxnSpPr>
            <a:cxnSpLocks noChangeShapeType="1"/>
            <a:stCxn id="105538" idx="1"/>
            <a:endCxn id="105535" idx="6"/>
          </p:cNvCxnSpPr>
          <p:nvPr/>
        </p:nvCxnSpPr>
        <p:spPr bwMode="auto">
          <a:xfrm flipH="1" flipV="1">
            <a:off x="6564314" y="3970339"/>
            <a:ext cx="700087" cy="447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571" name="Oval 99">
            <a:extLst>
              <a:ext uri="{FF2B5EF4-FFF2-40B4-BE49-F238E27FC236}">
                <a16:creationId xmlns:a16="http://schemas.microsoft.com/office/drawing/2014/main" id="{33060A54-61B1-4543-8301-A7D723EBC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6" y="5480051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</a:p>
        </p:txBody>
      </p:sp>
      <p:sp>
        <p:nvSpPr>
          <p:cNvPr id="105572" name="Oval 100">
            <a:extLst>
              <a:ext uri="{FF2B5EF4-FFF2-40B4-BE49-F238E27FC236}">
                <a16:creationId xmlns:a16="http://schemas.microsoft.com/office/drawing/2014/main" id="{C6B3A514-7FDA-4D47-98C1-0F7807B0D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938" y="497522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1</a:t>
            </a:r>
          </a:p>
        </p:txBody>
      </p:sp>
      <p:sp>
        <p:nvSpPr>
          <p:cNvPr id="105573" name="Oval 101">
            <a:extLst>
              <a:ext uri="{FF2B5EF4-FFF2-40B4-BE49-F238E27FC236}">
                <a16:creationId xmlns:a16="http://schemas.microsoft.com/office/drawing/2014/main" id="{51D19CF6-3FBC-477D-94FC-C159B895F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88" y="4976813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2</a:t>
            </a:r>
          </a:p>
        </p:txBody>
      </p:sp>
      <p:sp>
        <p:nvSpPr>
          <p:cNvPr id="105574" name="Oval 102">
            <a:extLst>
              <a:ext uri="{FF2B5EF4-FFF2-40B4-BE49-F238E27FC236}">
                <a16:creationId xmlns:a16="http://schemas.microsoft.com/office/drawing/2014/main" id="{198979B2-CD88-4054-AE17-8F67BB2B1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938" y="6056313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3</a:t>
            </a:r>
          </a:p>
        </p:txBody>
      </p:sp>
      <p:sp>
        <p:nvSpPr>
          <p:cNvPr id="105575" name="Oval 103">
            <a:extLst>
              <a:ext uri="{FF2B5EF4-FFF2-40B4-BE49-F238E27FC236}">
                <a16:creationId xmlns:a16="http://schemas.microsoft.com/office/drawing/2014/main" id="{3BA1DDB5-1D34-44A6-ABDC-513913CA8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9963" y="5516563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С</a:t>
            </a:r>
          </a:p>
        </p:txBody>
      </p:sp>
      <p:sp>
        <p:nvSpPr>
          <p:cNvPr id="105576" name="Oval 104">
            <a:extLst>
              <a:ext uri="{FF2B5EF4-FFF2-40B4-BE49-F238E27FC236}">
                <a16:creationId xmlns:a16="http://schemas.microsoft.com/office/drawing/2014/main" id="{216F03CA-0B64-4FC6-94DE-0867FEE2D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88" y="6056313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4</a:t>
            </a:r>
          </a:p>
        </p:txBody>
      </p:sp>
      <p:cxnSp>
        <p:nvCxnSpPr>
          <p:cNvPr id="105577" name="AutoShape 105">
            <a:extLst>
              <a:ext uri="{FF2B5EF4-FFF2-40B4-BE49-F238E27FC236}">
                <a16:creationId xmlns:a16="http://schemas.microsoft.com/office/drawing/2014/main" id="{0020B029-B11D-4662-844F-0E30F9009123}"/>
              </a:ext>
            </a:extLst>
          </p:cNvPr>
          <p:cNvCxnSpPr>
            <a:cxnSpLocks noChangeShapeType="1"/>
            <a:stCxn id="105571" idx="7"/>
            <a:endCxn id="105572" idx="2"/>
          </p:cNvCxnSpPr>
          <p:nvPr/>
        </p:nvCxnSpPr>
        <p:spPr bwMode="auto">
          <a:xfrm flipV="1">
            <a:off x="4387850" y="5156200"/>
            <a:ext cx="700088" cy="376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78" name="AutoShape 106">
            <a:extLst>
              <a:ext uri="{FF2B5EF4-FFF2-40B4-BE49-F238E27FC236}">
                <a16:creationId xmlns:a16="http://schemas.microsoft.com/office/drawing/2014/main" id="{8C5BFA0D-DE62-49D8-8CDD-7896AB7AC504}"/>
              </a:ext>
            </a:extLst>
          </p:cNvPr>
          <p:cNvCxnSpPr>
            <a:cxnSpLocks noChangeShapeType="1"/>
            <a:stCxn id="105572" idx="6"/>
            <a:endCxn id="105573" idx="2"/>
          </p:cNvCxnSpPr>
          <p:nvPr/>
        </p:nvCxnSpPr>
        <p:spPr bwMode="auto">
          <a:xfrm>
            <a:off x="5448300" y="5156200"/>
            <a:ext cx="82708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79" name="AutoShape 107">
            <a:extLst>
              <a:ext uri="{FF2B5EF4-FFF2-40B4-BE49-F238E27FC236}">
                <a16:creationId xmlns:a16="http://schemas.microsoft.com/office/drawing/2014/main" id="{751879C7-5588-4B8A-999F-01549A53F6B1}"/>
              </a:ext>
            </a:extLst>
          </p:cNvPr>
          <p:cNvCxnSpPr>
            <a:cxnSpLocks noChangeShapeType="1"/>
            <a:stCxn id="105572" idx="3"/>
            <a:endCxn id="105574" idx="1"/>
          </p:cNvCxnSpPr>
          <p:nvPr/>
        </p:nvCxnSpPr>
        <p:spPr bwMode="auto">
          <a:xfrm>
            <a:off x="5140325" y="5283200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80" name="AutoShape 108">
            <a:extLst>
              <a:ext uri="{FF2B5EF4-FFF2-40B4-BE49-F238E27FC236}">
                <a16:creationId xmlns:a16="http://schemas.microsoft.com/office/drawing/2014/main" id="{4729E539-B977-406B-BBCC-198D37E51169}"/>
              </a:ext>
            </a:extLst>
          </p:cNvPr>
          <p:cNvCxnSpPr>
            <a:cxnSpLocks noChangeShapeType="1"/>
            <a:stCxn id="105574" idx="7"/>
            <a:endCxn id="105572" idx="5"/>
          </p:cNvCxnSpPr>
          <p:nvPr/>
        </p:nvCxnSpPr>
        <p:spPr bwMode="auto">
          <a:xfrm flipV="1">
            <a:off x="5395913" y="5283200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81" name="AutoShape 109">
            <a:extLst>
              <a:ext uri="{FF2B5EF4-FFF2-40B4-BE49-F238E27FC236}">
                <a16:creationId xmlns:a16="http://schemas.microsoft.com/office/drawing/2014/main" id="{F085BADC-7FF3-467B-ACB5-645714EEA1F2}"/>
              </a:ext>
            </a:extLst>
          </p:cNvPr>
          <p:cNvCxnSpPr>
            <a:cxnSpLocks noChangeShapeType="1"/>
            <a:stCxn id="105571" idx="5"/>
            <a:endCxn id="105574" idx="2"/>
          </p:cNvCxnSpPr>
          <p:nvPr/>
        </p:nvCxnSpPr>
        <p:spPr bwMode="auto">
          <a:xfrm>
            <a:off x="4387850" y="5788026"/>
            <a:ext cx="700088" cy="4492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82" name="AutoShape 110">
            <a:extLst>
              <a:ext uri="{FF2B5EF4-FFF2-40B4-BE49-F238E27FC236}">
                <a16:creationId xmlns:a16="http://schemas.microsoft.com/office/drawing/2014/main" id="{D0EE0EFE-38A7-4917-835F-520682EA4BC4}"/>
              </a:ext>
            </a:extLst>
          </p:cNvPr>
          <p:cNvCxnSpPr>
            <a:cxnSpLocks noChangeShapeType="1"/>
            <a:stCxn id="105574" idx="6"/>
            <a:endCxn id="105576" idx="2"/>
          </p:cNvCxnSpPr>
          <p:nvPr/>
        </p:nvCxnSpPr>
        <p:spPr bwMode="auto">
          <a:xfrm>
            <a:off x="5448300" y="6237288"/>
            <a:ext cx="8270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83" name="AutoShape 111">
            <a:extLst>
              <a:ext uri="{FF2B5EF4-FFF2-40B4-BE49-F238E27FC236}">
                <a16:creationId xmlns:a16="http://schemas.microsoft.com/office/drawing/2014/main" id="{D22282E8-231A-4AE9-A1FC-B7562AA8FFE4}"/>
              </a:ext>
            </a:extLst>
          </p:cNvPr>
          <p:cNvCxnSpPr>
            <a:cxnSpLocks noChangeShapeType="1"/>
            <a:stCxn id="105576" idx="0"/>
            <a:endCxn id="105573" idx="4"/>
          </p:cNvCxnSpPr>
          <p:nvPr/>
        </p:nvCxnSpPr>
        <p:spPr bwMode="auto">
          <a:xfrm flipV="1">
            <a:off x="6456363" y="5337175"/>
            <a:ext cx="0" cy="7191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84" name="AutoShape 112">
            <a:extLst>
              <a:ext uri="{FF2B5EF4-FFF2-40B4-BE49-F238E27FC236}">
                <a16:creationId xmlns:a16="http://schemas.microsoft.com/office/drawing/2014/main" id="{49294BA6-6C62-4C11-AAE8-9DED8C995D1B}"/>
              </a:ext>
            </a:extLst>
          </p:cNvPr>
          <p:cNvCxnSpPr>
            <a:cxnSpLocks noChangeShapeType="1"/>
            <a:stCxn id="105573" idx="3"/>
            <a:endCxn id="105574" idx="7"/>
          </p:cNvCxnSpPr>
          <p:nvPr/>
        </p:nvCxnSpPr>
        <p:spPr bwMode="auto">
          <a:xfrm flipH="1">
            <a:off x="5395913" y="5284788"/>
            <a:ext cx="931862" cy="823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85" name="AutoShape 113">
            <a:extLst>
              <a:ext uri="{FF2B5EF4-FFF2-40B4-BE49-F238E27FC236}">
                <a16:creationId xmlns:a16="http://schemas.microsoft.com/office/drawing/2014/main" id="{3F3E316C-BF7B-4B8D-A19E-01E3F6F3B044}"/>
              </a:ext>
            </a:extLst>
          </p:cNvPr>
          <p:cNvCxnSpPr>
            <a:cxnSpLocks noChangeShapeType="1"/>
            <a:stCxn id="105576" idx="6"/>
            <a:endCxn id="105575" idx="3"/>
          </p:cNvCxnSpPr>
          <p:nvPr/>
        </p:nvCxnSpPr>
        <p:spPr bwMode="auto">
          <a:xfrm flipV="1">
            <a:off x="6635750" y="5824538"/>
            <a:ext cx="736600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86" name="AutoShape 114">
            <a:extLst>
              <a:ext uri="{FF2B5EF4-FFF2-40B4-BE49-F238E27FC236}">
                <a16:creationId xmlns:a16="http://schemas.microsoft.com/office/drawing/2014/main" id="{288B6F13-92F0-4CAD-A5FF-0B5CF38CF4F5}"/>
              </a:ext>
            </a:extLst>
          </p:cNvPr>
          <p:cNvCxnSpPr>
            <a:cxnSpLocks noChangeShapeType="1"/>
            <a:stCxn id="105573" idx="6"/>
            <a:endCxn id="105575" idx="1"/>
          </p:cNvCxnSpPr>
          <p:nvPr/>
        </p:nvCxnSpPr>
        <p:spPr bwMode="auto">
          <a:xfrm>
            <a:off x="6635750" y="5157788"/>
            <a:ext cx="736600" cy="411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587" name="Text Box 115">
            <a:extLst>
              <a:ext uri="{FF2B5EF4-FFF2-40B4-BE49-F238E27FC236}">
                <a16:creationId xmlns:a16="http://schemas.microsoft.com/office/drawing/2014/main" id="{F405E492-1C08-4E2F-8993-62DED7F9D04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833145" y="5552283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10</a:t>
            </a:r>
          </a:p>
        </p:txBody>
      </p:sp>
      <p:sp>
        <p:nvSpPr>
          <p:cNvPr id="105588" name="Text Box 116">
            <a:extLst>
              <a:ext uri="{FF2B5EF4-FFF2-40B4-BE49-F238E27FC236}">
                <a16:creationId xmlns:a16="http://schemas.microsoft.com/office/drawing/2014/main" id="{8BEFB3BA-8028-4AA3-B2B7-9406F431CDD6}"/>
              </a:ext>
            </a:extLst>
          </p:cNvPr>
          <p:cNvSpPr txBox="1">
            <a:spLocks noChangeArrowheads="1"/>
          </p:cNvSpPr>
          <p:nvPr/>
        </p:nvSpPr>
        <p:spPr bwMode="auto">
          <a:xfrm rot="20012098">
            <a:off x="4403726" y="5083175"/>
            <a:ext cx="5635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11/16</a:t>
            </a:r>
          </a:p>
        </p:txBody>
      </p:sp>
      <p:sp>
        <p:nvSpPr>
          <p:cNvPr id="105589" name="Text Box 117">
            <a:extLst>
              <a:ext uri="{FF2B5EF4-FFF2-40B4-BE49-F238E27FC236}">
                <a16:creationId xmlns:a16="http://schemas.microsoft.com/office/drawing/2014/main" id="{ED459D34-79AC-406F-9237-34063DF82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6" y="4867275"/>
            <a:ext cx="5635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12/12</a:t>
            </a:r>
          </a:p>
        </p:txBody>
      </p:sp>
      <p:sp>
        <p:nvSpPr>
          <p:cNvPr id="105590" name="Text Box 118">
            <a:extLst>
              <a:ext uri="{FF2B5EF4-FFF2-40B4-BE49-F238E27FC236}">
                <a16:creationId xmlns:a16="http://schemas.microsoft.com/office/drawing/2014/main" id="{E1DB02EF-2E35-4760-A90B-555724F77B8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314951" y="5503863"/>
            <a:ext cx="395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1/4</a:t>
            </a:r>
          </a:p>
        </p:txBody>
      </p:sp>
      <p:sp>
        <p:nvSpPr>
          <p:cNvPr id="105591" name="Text Box 119">
            <a:extLst>
              <a:ext uri="{FF2B5EF4-FFF2-40B4-BE49-F238E27FC236}">
                <a16:creationId xmlns:a16="http://schemas.microsoft.com/office/drawing/2014/main" id="{B99262A4-2359-4A8C-9982-5AA8FB1C6987}"/>
              </a:ext>
            </a:extLst>
          </p:cNvPr>
          <p:cNvSpPr txBox="1">
            <a:spLocks noChangeArrowheads="1"/>
          </p:cNvSpPr>
          <p:nvPr/>
        </p:nvSpPr>
        <p:spPr bwMode="auto">
          <a:xfrm rot="2114577">
            <a:off x="4395788" y="5972175"/>
            <a:ext cx="5635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12/13</a:t>
            </a:r>
          </a:p>
        </p:txBody>
      </p:sp>
      <p:sp>
        <p:nvSpPr>
          <p:cNvPr id="105592" name="Text Box 120">
            <a:extLst>
              <a:ext uri="{FF2B5EF4-FFF2-40B4-BE49-F238E27FC236}">
                <a16:creationId xmlns:a16="http://schemas.microsoft.com/office/drawing/2014/main" id="{DAF24A6D-EE57-4CED-BAA9-F8D25E00FCD6}"/>
              </a:ext>
            </a:extLst>
          </p:cNvPr>
          <p:cNvSpPr txBox="1">
            <a:spLocks noChangeArrowheads="1"/>
          </p:cNvSpPr>
          <p:nvPr/>
        </p:nvSpPr>
        <p:spPr bwMode="auto">
          <a:xfrm rot="19058309">
            <a:off x="5788025" y="5629275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9</a:t>
            </a:r>
          </a:p>
        </p:txBody>
      </p:sp>
      <p:sp>
        <p:nvSpPr>
          <p:cNvPr id="105593" name="Text Box 121">
            <a:extLst>
              <a:ext uri="{FF2B5EF4-FFF2-40B4-BE49-F238E27FC236}">
                <a16:creationId xmlns:a16="http://schemas.microsoft.com/office/drawing/2014/main" id="{F85CC349-A6CA-477D-A638-C600C549E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6" y="6199189"/>
            <a:ext cx="563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11/14</a:t>
            </a:r>
          </a:p>
        </p:txBody>
      </p:sp>
      <p:sp>
        <p:nvSpPr>
          <p:cNvPr id="105594" name="Text Box 122">
            <a:extLst>
              <a:ext uri="{FF2B5EF4-FFF2-40B4-BE49-F238E27FC236}">
                <a16:creationId xmlns:a16="http://schemas.microsoft.com/office/drawing/2014/main" id="{9CC4EA37-6C68-48D5-A1CF-F452C95BA4E1}"/>
              </a:ext>
            </a:extLst>
          </p:cNvPr>
          <p:cNvSpPr txBox="1">
            <a:spLocks noChangeArrowheads="1"/>
          </p:cNvSpPr>
          <p:nvPr/>
        </p:nvSpPr>
        <p:spPr bwMode="auto">
          <a:xfrm rot="1746139">
            <a:off x="6851651" y="5083175"/>
            <a:ext cx="5635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19/20</a:t>
            </a:r>
          </a:p>
        </p:txBody>
      </p:sp>
      <p:sp>
        <p:nvSpPr>
          <p:cNvPr id="105595" name="Text Box 123">
            <a:extLst>
              <a:ext uri="{FF2B5EF4-FFF2-40B4-BE49-F238E27FC236}">
                <a16:creationId xmlns:a16="http://schemas.microsoft.com/office/drawing/2014/main" id="{6B7BB152-A7A1-40A9-A8F2-F792209D147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394450" y="5575300"/>
            <a:ext cx="395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7/7</a:t>
            </a:r>
          </a:p>
        </p:txBody>
      </p:sp>
      <p:sp>
        <p:nvSpPr>
          <p:cNvPr id="105596" name="Text Box 124">
            <a:extLst>
              <a:ext uri="{FF2B5EF4-FFF2-40B4-BE49-F238E27FC236}">
                <a16:creationId xmlns:a16="http://schemas.microsoft.com/office/drawing/2014/main" id="{2B9C6335-A92C-4331-B1F2-FA24CFE1D1BB}"/>
              </a:ext>
            </a:extLst>
          </p:cNvPr>
          <p:cNvSpPr txBox="1">
            <a:spLocks noChangeArrowheads="1"/>
          </p:cNvSpPr>
          <p:nvPr/>
        </p:nvSpPr>
        <p:spPr bwMode="auto">
          <a:xfrm rot="19835397">
            <a:off x="6924675" y="5983289"/>
            <a:ext cx="395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4/4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2000" fill="hold"/>
                                        <p:tgtEl>
                                          <p:spTgt spid="1055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7" dur="2000" fill="hold"/>
                                        <p:tgtEl>
                                          <p:spTgt spid="1055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2000" fill="hold"/>
                                        <p:tgtEl>
                                          <p:spTgt spid="1055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0" dur="2000" fill="hold"/>
                                        <p:tgtEl>
                                          <p:spTgt spid="1055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2000" fill="hold"/>
                                        <p:tgtEl>
                                          <p:spTgt spid="1055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3" dur="2000" fill="hold"/>
                                        <p:tgtEl>
                                          <p:spTgt spid="1055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2000" fill="hold"/>
                                        <p:tgtEl>
                                          <p:spTgt spid="1055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animBg="1"/>
      <p:bldP spid="105476" grpId="0" animBg="1"/>
      <p:bldP spid="105477" grpId="0" animBg="1"/>
      <p:bldP spid="105478" grpId="0" animBg="1"/>
      <p:bldP spid="105479" grpId="0" animBg="1"/>
      <p:bldP spid="105480" grpId="0" animBg="1"/>
      <p:bldP spid="105492" grpId="0"/>
      <p:bldP spid="105498" grpId="0"/>
      <p:bldP spid="105499" grpId="0"/>
      <p:bldP spid="105500" grpId="0"/>
      <p:bldP spid="105501" grpId="0"/>
      <p:bldP spid="105502" grpId="0"/>
      <p:bldP spid="105503" grpId="0"/>
      <p:bldP spid="105504" grpId="0"/>
      <p:bldP spid="105505" grpId="0"/>
      <p:bldP spid="105506" grpId="0"/>
      <p:bldP spid="105508" grpId="0"/>
      <p:bldP spid="105535" grpId="0" animBg="1"/>
      <p:bldP spid="105536" grpId="0" animBg="1"/>
      <p:bldP spid="105537" grpId="0" animBg="1"/>
      <p:bldP spid="105538" grpId="0" animBg="1"/>
      <p:bldP spid="105539" grpId="0" animBg="1"/>
      <p:bldP spid="105540" grpId="0" animBg="1"/>
      <p:bldP spid="105551" grpId="0"/>
      <p:bldP spid="105552" grpId="0"/>
      <p:bldP spid="105553" grpId="0"/>
      <p:bldP spid="105554" grpId="0"/>
      <p:bldP spid="105555" grpId="0"/>
      <p:bldP spid="105556" grpId="0"/>
      <p:bldP spid="105556" grpId="1"/>
      <p:bldP spid="105557" grpId="0"/>
      <p:bldP spid="105558" grpId="0"/>
      <p:bldP spid="105559" grpId="0"/>
      <p:bldP spid="105560" grpId="0"/>
      <p:bldP spid="105561" grpId="0"/>
      <p:bldP spid="105563" grpId="0"/>
      <p:bldP spid="105565" grpId="0"/>
      <p:bldP spid="105567" grpId="0"/>
      <p:bldP spid="105569" grpId="0"/>
      <p:bldP spid="105571" grpId="0" animBg="1"/>
      <p:bldP spid="105572" grpId="0" animBg="1"/>
      <p:bldP spid="105573" grpId="0" animBg="1"/>
      <p:bldP spid="105574" grpId="0" animBg="1"/>
      <p:bldP spid="105575" grpId="0" animBg="1"/>
      <p:bldP spid="105576" grpId="0" animBg="1"/>
      <p:bldP spid="105587" grpId="0"/>
      <p:bldP spid="105588" grpId="0"/>
      <p:bldP spid="105589" grpId="0"/>
      <p:bldP spid="105590" grpId="0"/>
      <p:bldP spid="105591" grpId="0"/>
      <p:bldP spid="105592" grpId="0"/>
      <p:bldP spid="105593" grpId="0"/>
      <p:bldP spid="105594" grpId="0"/>
      <p:bldP spid="105595" grpId="0"/>
      <p:bldP spid="10559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>
            <a:extLst>
              <a:ext uri="{FF2B5EF4-FFF2-40B4-BE49-F238E27FC236}">
                <a16:creationId xmlns:a16="http://schemas.microsoft.com/office/drawing/2014/main" id="{B7258FDB-3D37-48E4-A08E-C427E184A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0264" y="333376"/>
            <a:ext cx="54625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Пример реализации метода Форда – Фалкерсона</a:t>
            </a:r>
          </a:p>
        </p:txBody>
      </p:sp>
      <p:sp>
        <p:nvSpPr>
          <p:cNvPr id="5123" name="Oval 3">
            <a:extLst>
              <a:ext uri="{FF2B5EF4-FFF2-40B4-BE49-F238E27FC236}">
                <a16:creationId xmlns:a16="http://schemas.microsoft.com/office/drawing/2014/main" id="{A8601EB4-35F5-408C-936E-B7B20237E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1449388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</a:p>
        </p:txBody>
      </p:sp>
      <p:sp>
        <p:nvSpPr>
          <p:cNvPr id="5124" name="Oval 4">
            <a:extLst>
              <a:ext uri="{FF2B5EF4-FFF2-40B4-BE49-F238E27FC236}">
                <a16:creationId xmlns:a16="http://schemas.microsoft.com/office/drawing/2014/main" id="{04647D1A-D133-41CA-8557-64F319C8B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944563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1</a:t>
            </a:r>
          </a:p>
        </p:txBody>
      </p:sp>
      <p:sp>
        <p:nvSpPr>
          <p:cNvPr id="5125" name="Oval 5">
            <a:extLst>
              <a:ext uri="{FF2B5EF4-FFF2-40B4-BE49-F238E27FC236}">
                <a16:creationId xmlns:a16="http://schemas.microsoft.com/office/drawing/2014/main" id="{3D9D1EA2-E8C4-4B3F-B0E4-C9465D084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3363" y="946151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2</a:t>
            </a:r>
          </a:p>
        </p:txBody>
      </p:sp>
      <p:sp>
        <p:nvSpPr>
          <p:cNvPr id="5126" name="Oval 6">
            <a:extLst>
              <a:ext uri="{FF2B5EF4-FFF2-40B4-BE49-F238E27FC236}">
                <a16:creationId xmlns:a16="http://schemas.microsoft.com/office/drawing/2014/main" id="{39F9CA09-DF6B-47E0-9EC4-88125869B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2025651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3</a:t>
            </a:r>
          </a:p>
        </p:txBody>
      </p:sp>
      <p:sp>
        <p:nvSpPr>
          <p:cNvPr id="5127" name="Oval 7">
            <a:extLst>
              <a:ext uri="{FF2B5EF4-FFF2-40B4-BE49-F238E27FC236}">
                <a16:creationId xmlns:a16="http://schemas.microsoft.com/office/drawing/2014/main" id="{D679F5AE-81DC-4DE6-AF24-8FF7E61CF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938" y="1485901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С</a:t>
            </a:r>
          </a:p>
        </p:txBody>
      </p:sp>
      <p:sp>
        <p:nvSpPr>
          <p:cNvPr id="5128" name="Oval 8">
            <a:extLst>
              <a:ext uri="{FF2B5EF4-FFF2-40B4-BE49-F238E27FC236}">
                <a16:creationId xmlns:a16="http://schemas.microsoft.com/office/drawing/2014/main" id="{01707EC8-165F-44BE-96EF-9A78B4E9D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3363" y="2025651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4</a:t>
            </a:r>
          </a:p>
        </p:txBody>
      </p:sp>
      <p:cxnSp>
        <p:nvCxnSpPr>
          <p:cNvPr id="107529" name="AutoShape 9">
            <a:extLst>
              <a:ext uri="{FF2B5EF4-FFF2-40B4-BE49-F238E27FC236}">
                <a16:creationId xmlns:a16="http://schemas.microsoft.com/office/drawing/2014/main" id="{618E7981-0C09-4029-A3D0-95D4AAB603CD}"/>
              </a:ext>
            </a:extLst>
          </p:cNvPr>
          <p:cNvCxnSpPr>
            <a:cxnSpLocks noChangeShapeType="1"/>
            <a:stCxn id="5123" idx="7"/>
            <a:endCxn id="5124" idx="2"/>
          </p:cNvCxnSpPr>
          <p:nvPr/>
        </p:nvCxnSpPr>
        <p:spPr bwMode="auto">
          <a:xfrm flipV="1">
            <a:off x="2155825" y="1125539"/>
            <a:ext cx="700088" cy="376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530" name="AutoShape 10">
            <a:extLst>
              <a:ext uri="{FF2B5EF4-FFF2-40B4-BE49-F238E27FC236}">
                <a16:creationId xmlns:a16="http://schemas.microsoft.com/office/drawing/2014/main" id="{6B1C73AD-BCC7-4A8E-A861-13D9AB5BD377}"/>
              </a:ext>
            </a:extLst>
          </p:cNvPr>
          <p:cNvCxnSpPr>
            <a:cxnSpLocks noChangeShapeType="1"/>
            <a:stCxn id="5124" idx="6"/>
            <a:endCxn id="5125" idx="2"/>
          </p:cNvCxnSpPr>
          <p:nvPr/>
        </p:nvCxnSpPr>
        <p:spPr bwMode="auto">
          <a:xfrm>
            <a:off x="3216275" y="1125539"/>
            <a:ext cx="82708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1" name="AutoShape 11">
            <a:extLst>
              <a:ext uri="{FF2B5EF4-FFF2-40B4-BE49-F238E27FC236}">
                <a16:creationId xmlns:a16="http://schemas.microsoft.com/office/drawing/2014/main" id="{CD23BE78-3527-4C44-A348-ACECDE0DACDD}"/>
              </a:ext>
            </a:extLst>
          </p:cNvPr>
          <p:cNvCxnSpPr>
            <a:cxnSpLocks noChangeShapeType="1"/>
            <a:stCxn id="5124" idx="3"/>
            <a:endCxn id="5126" idx="1"/>
          </p:cNvCxnSpPr>
          <p:nvPr/>
        </p:nvCxnSpPr>
        <p:spPr bwMode="auto">
          <a:xfrm>
            <a:off x="2908300" y="1252538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2" name="AutoShape 12">
            <a:extLst>
              <a:ext uri="{FF2B5EF4-FFF2-40B4-BE49-F238E27FC236}">
                <a16:creationId xmlns:a16="http://schemas.microsoft.com/office/drawing/2014/main" id="{DB617320-B191-4F65-AA92-88B9B09C54BB}"/>
              </a:ext>
            </a:extLst>
          </p:cNvPr>
          <p:cNvCxnSpPr>
            <a:cxnSpLocks noChangeShapeType="1"/>
            <a:stCxn id="5126" idx="7"/>
            <a:endCxn id="5124" idx="5"/>
          </p:cNvCxnSpPr>
          <p:nvPr/>
        </p:nvCxnSpPr>
        <p:spPr bwMode="auto">
          <a:xfrm flipV="1">
            <a:off x="3163888" y="1252538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3" name="AutoShape 13">
            <a:extLst>
              <a:ext uri="{FF2B5EF4-FFF2-40B4-BE49-F238E27FC236}">
                <a16:creationId xmlns:a16="http://schemas.microsoft.com/office/drawing/2014/main" id="{05BB8309-4692-4DC1-A60B-9C13E2A9D5BF}"/>
              </a:ext>
            </a:extLst>
          </p:cNvPr>
          <p:cNvCxnSpPr>
            <a:cxnSpLocks noChangeShapeType="1"/>
            <a:stCxn id="5123" idx="5"/>
            <a:endCxn id="5126" idx="2"/>
          </p:cNvCxnSpPr>
          <p:nvPr/>
        </p:nvCxnSpPr>
        <p:spPr bwMode="auto">
          <a:xfrm>
            <a:off x="2155825" y="1757363"/>
            <a:ext cx="700088" cy="449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4" name="AutoShape 14">
            <a:extLst>
              <a:ext uri="{FF2B5EF4-FFF2-40B4-BE49-F238E27FC236}">
                <a16:creationId xmlns:a16="http://schemas.microsoft.com/office/drawing/2014/main" id="{48884504-3233-4EBF-9F6E-805CEA6F882C}"/>
              </a:ext>
            </a:extLst>
          </p:cNvPr>
          <p:cNvCxnSpPr>
            <a:cxnSpLocks noChangeShapeType="1"/>
            <a:stCxn id="5126" idx="6"/>
            <a:endCxn id="5128" idx="2"/>
          </p:cNvCxnSpPr>
          <p:nvPr/>
        </p:nvCxnSpPr>
        <p:spPr bwMode="auto">
          <a:xfrm>
            <a:off x="3216275" y="2206625"/>
            <a:ext cx="8270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5" name="AutoShape 15">
            <a:extLst>
              <a:ext uri="{FF2B5EF4-FFF2-40B4-BE49-F238E27FC236}">
                <a16:creationId xmlns:a16="http://schemas.microsoft.com/office/drawing/2014/main" id="{FB997CC8-2DC5-40FB-915C-1F34446780F6}"/>
              </a:ext>
            </a:extLst>
          </p:cNvPr>
          <p:cNvCxnSpPr>
            <a:cxnSpLocks noChangeShapeType="1"/>
            <a:stCxn id="5128" idx="0"/>
            <a:endCxn id="5125" idx="4"/>
          </p:cNvCxnSpPr>
          <p:nvPr/>
        </p:nvCxnSpPr>
        <p:spPr bwMode="auto">
          <a:xfrm flipV="1">
            <a:off x="4224338" y="1306514"/>
            <a:ext cx="0" cy="719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6" name="AutoShape 16">
            <a:extLst>
              <a:ext uri="{FF2B5EF4-FFF2-40B4-BE49-F238E27FC236}">
                <a16:creationId xmlns:a16="http://schemas.microsoft.com/office/drawing/2014/main" id="{5E51D1B5-231B-4B55-94CC-1411D80CF754}"/>
              </a:ext>
            </a:extLst>
          </p:cNvPr>
          <p:cNvCxnSpPr>
            <a:cxnSpLocks noChangeShapeType="1"/>
            <a:stCxn id="5125" idx="3"/>
            <a:endCxn id="5126" idx="7"/>
          </p:cNvCxnSpPr>
          <p:nvPr/>
        </p:nvCxnSpPr>
        <p:spPr bwMode="auto">
          <a:xfrm flipH="1">
            <a:off x="3163888" y="1254126"/>
            <a:ext cx="931862" cy="823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7" name="AutoShape 17">
            <a:extLst>
              <a:ext uri="{FF2B5EF4-FFF2-40B4-BE49-F238E27FC236}">
                <a16:creationId xmlns:a16="http://schemas.microsoft.com/office/drawing/2014/main" id="{4F71E0FD-CE34-43AA-BE9F-E7DA169D10AC}"/>
              </a:ext>
            </a:extLst>
          </p:cNvPr>
          <p:cNvCxnSpPr>
            <a:cxnSpLocks noChangeShapeType="1"/>
            <a:stCxn id="5128" idx="6"/>
            <a:endCxn id="5127" idx="3"/>
          </p:cNvCxnSpPr>
          <p:nvPr/>
        </p:nvCxnSpPr>
        <p:spPr bwMode="auto">
          <a:xfrm flipV="1">
            <a:off x="4403725" y="1793875"/>
            <a:ext cx="736600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538" name="AutoShape 18">
            <a:extLst>
              <a:ext uri="{FF2B5EF4-FFF2-40B4-BE49-F238E27FC236}">
                <a16:creationId xmlns:a16="http://schemas.microsoft.com/office/drawing/2014/main" id="{399B5468-67E0-47E7-8987-64AEA39C4D9D}"/>
              </a:ext>
            </a:extLst>
          </p:cNvPr>
          <p:cNvCxnSpPr>
            <a:cxnSpLocks noChangeShapeType="1"/>
            <a:stCxn id="5125" idx="6"/>
            <a:endCxn id="5127" idx="1"/>
          </p:cNvCxnSpPr>
          <p:nvPr/>
        </p:nvCxnSpPr>
        <p:spPr bwMode="auto">
          <a:xfrm>
            <a:off x="4403725" y="1127126"/>
            <a:ext cx="736600" cy="411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39" name="Text Box 20">
            <a:extLst>
              <a:ext uri="{FF2B5EF4-FFF2-40B4-BE49-F238E27FC236}">
                <a16:creationId xmlns:a16="http://schemas.microsoft.com/office/drawing/2014/main" id="{C8265AA2-EB4C-49A3-AB55-13F581EB347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601120" y="1521620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10</a:t>
            </a:r>
          </a:p>
        </p:txBody>
      </p:sp>
      <p:sp>
        <p:nvSpPr>
          <p:cNvPr id="107541" name="Text Box 21">
            <a:extLst>
              <a:ext uri="{FF2B5EF4-FFF2-40B4-BE49-F238E27FC236}">
                <a16:creationId xmlns:a16="http://schemas.microsoft.com/office/drawing/2014/main" id="{989F842D-3598-4939-B124-FFE9CEB8F1BB}"/>
              </a:ext>
            </a:extLst>
          </p:cNvPr>
          <p:cNvSpPr txBox="1">
            <a:spLocks noChangeArrowheads="1"/>
          </p:cNvSpPr>
          <p:nvPr/>
        </p:nvSpPr>
        <p:spPr bwMode="auto">
          <a:xfrm rot="20012098">
            <a:off x="2181226" y="109855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16</a:t>
            </a:r>
          </a:p>
        </p:txBody>
      </p:sp>
      <p:sp>
        <p:nvSpPr>
          <p:cNvPr id="107542" name="Text Box 22">
            <a:extLst>
              <a:ext uri="{FF2B5EF4-FFF2-40B4-BE49-F238E27FC236}">
                <a16:creationId xmlns:a16="http://schemas.microsoft.com/office/drawing/2014/main" id="{7DC5D9C2-B568-4758-907B-BDCE37E9F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2176" y="836614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</a:t>
            </a:r>
          </a:p>
        </p:txBody>
      </p:sp>
      <p:sp>
        <p:nvSpPr>
          <p:cNvPr id="5142" name="Text Box 23">
            <a:extLst>
              <a:ext uri="{FF2B5EF4-FFF2-40B4-BE49-F238E27FC236}">
                <a16:creationId xmlns:a16="http://schemas.microsoft.com/office/drawing/2014/main" id="{AFCDA7EF-06A0-46CB-8E20-926DEAAAD4D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146425" y="153670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sp>
        <p:nvSpPr>
          <p:cNvPr id="5143" name="Text Box 24">
            <a:extLst>
              <a:ext uri="{FF2B5EF4-FFF2-40B4-BE49-F238E27FC236}">
                <a16:creationId xmlns:a16="http://schemas.microsoft.com/office/drawing/2014/main" id="{14FB9015-27F5-45AD-A163-83D31216B11A}"/>
              </a:ext>
            </a:extLst>
          </p:cNvPr>
          <p:cNvSpPr txBox="1">
            <a:spLocks noChangeArrowheads="1"/>
          </p:cNvSpPr>
          <p:nvPr/>
        </p:nvSpPr>
        <p:spPr bwMode="auto">
          <a:xfrm rot="2114577">
            <a:off x="2182814" y="18796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13</a:t>
            </a:r>
          </a:p>
        </p:txBody>
      </p:sp>
      <p:sp>
        <p:nvSpPr>
          <p:cNvPr id="5144" name="Text Box 25">
            <a:extLst>
              <a:ext uri="{FF2B5EF4-FFF2-40B4-BE49-F238E27FC236}">
                <a16:creationId xmlns:a16="http://schemas.microsoft.com/office/drawing/2014/main" id="{A8226665-259A-4391-905A-BF7CDC17725A}"/>
              </a:ext>
            </a:extLst>
          </p:cNvPr>
          <p:cNvSpPr txBox="1">
            <a:spLocks noChangeArrowheads="1"/>
          </p:cNvSpPr>
          <p:nvPr/>
        </p:nvSpPr>
        <p:spPr bwMode="auto">
          <a:xfrm rot="19058309">
            <a:off x="3556000" y="1598614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9</a:t>
            </a:r>
          </a:p>
        </p:txBody>
      </p:sp>
      <p:sp>
        <p:nvSpPr>
          <p:cNvPr id="5145" name="Text Box 26">
            <a:extLst>
              <a:ext uri="{FF2B5EF4-FFF2-40B4-BE49-F238E27FC236}">
                <a16:creationId xmlns:a16="http://schemas.microsoft.com/office/drawing/2014/main" id="{A1DBA80A-2B5D-434D-A269-27C608BE6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1" y="2168525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14</a:t>
            </a:r>
          </a:p>
        </p:txBody>
      </p:sp>
      <p:sp>
        <p:nvSpPr>
          <p:cNvPr id="107547" name="Text Box 27">
            <a:extLst>
              <a:ext uri="{FF2B5EF4-FFF2-40B4-BE49-F238E27FC236}">
                <a16:creationId xmlns:a16="http://schemas.microsoft.com/office/drawing/2014/main" id="{DAF3B4FC-ADE9-42D7-AEAA-09C7C8F722F1}"/>
              </a:ext>
            </a:extLst>
          </p:cNvPr>
          <p:cNvSpPr txBox="1">
            <a:spLocks noChangeArrowheads="1"/>
          </p:cNvSpPr>
          <p:nvPr/>
        </p:nvSpPr>
        <p:spPr bwMode="auto">
          <a:xfrm rot="1746139">
            <a:off x="4656139" y="1052514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20</a:t>
            </a:r>
          </a:p>
        </p:txBody>
      </p:sp>
      <p:sp>
        <p:nvSpPr>
          <p:cNvPr id="5147" name="Text Box 28">
            <a:extLst>
              <a:ext uri="{FF2B5EF4-FFF2-40B4-BE49-F238E27FC236}">
                <a16:creationId xmlns:a16="http://schemas.microsoft.com/office/drawing/2014/main" id="{8EE67A1D-C6F4-4265-943E-92D58F951E4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227513" y="1606551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7</a:t>
            </a:r>
          </a:p>
        </p:txBody>
      </p:sp>
      <p:sp>
        <p:nvSpPr>
          <p:cNvPr id="5148" name="Text Box 29">
            <a:extLst>
              <a:ext uri="{FF2B5EF4-FFF2-40B4-BE49-F238E27FC236}">
                <a16:creationId xmlns:a16="http://schemas.microsoft.com/office/drawing/2014/main" id="{6CBD0325-0FDD-4A44-83D3-1233158E4914}"/>
              </a:ext>
            </a:extLst>
          </p:cNvPr>
          <p:cNvSpPr txBox="1">
            <a:spLocks noChangeArrowheads="1"/>
          </p:cNvSpPr>
          <p:nvPr/>
        </p:nvSpPr>
        <p:spPr bwMode="auto">
          <a:xfrm rot="19835397">
            <a:off x="4700589" y="1982789"/>
            <a:ext cx="268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sp>
        <p:nvSpPr>
          <p:cNvPr id="107614" name="Oval 94">
            <a:extLst>
              <a:ext uri="{FF2B5EF4-FFF2-40B4-BE49-F238E27FC236}">
                <a16:creationId xmlns:a16="http://schemas.microsoft.com/office/drawing/2014/main" id="{8676D374-AFAA-434B-AF2E-3923A8303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3401" y="3219451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</a:p>
        </p:txBody>
      </p:sp>
      <p:sp>
        <p:nvSpPr>
          <p:cNvPr id="107615" name="Oval 95">
            <a:extLst>
              <a:ext uri="{FF2B5EF4-FFF2-40B4-BE49-F238E27FC236}">
                <a16:creationId xmlns:a16="http://schemas.microsoft.com/office/drawing/2014/main" id="{DBB2EFBA-9E96-45DE-BB56-178EBA70E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463" y="271462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1</a:t>
            </a:r>
          </a:p>
        </p:txBody>
      </p:sp>
      <p:sp>
        <p:nvSpPr>
          <p:cNvPr id="107616" name="Oval 96">
            <a:extLst>
              <a:ext uri="{FF2B5EF4-FFF2-40B4-BE49-F238E27FC236}">
                <a16:creationId xmlns:a16="http://schemas.microsoft.com/office/drawing/2014/main" id="{BC2FBDDC-2978-4956-9941-60C39C487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8913" y="2716213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2</a:t>
            </a:r>
          </a:p>
        </p:txBody>
      </p:sp>
      <p:sp>
        <p:nvSpPr>
          <p:cNvPr id="107617" name="Oval 97">
            <a:extLst>
              <a:ext uri="{FF2B5EF4-FFF2-40B4-BE49-F238E27FC236}">
                <a16:creationId xmlns:a16="http://schemas.microsoft.com/office/drawing/2014/main" id="{941ADBFE-D77B-45CF-9D81-45E9357E9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463" y="3795713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3</a:t>
            </a:r>
          </a:p>
        </p:txBody>
      </p:sp>
      <p:sp>
        <p:nvSpPr>
          <p:cNvPr id="107618" name="Oval 98">
            <a:extLst>
              <a:ext uri="{FF2B5EF4-FFF2-40B4-BE49-F238E27FC236}">
                <a16:creationId xmlns:a16="http://schemas.microsoft.com/office/drawing/2014/main" id="{255B4F2A-09AE-4C38-9F03-C0C90B4EB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488" y="3255963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С</a:t>
            </a:r>
          </a:p>
        </p:txBody>
      </p:sp>
      <p:sp>
        <p:nvSpPr>
          <p:cNvPr id="107619" name="Oval 99">
            <a:extLst>
              <a:ext uri="{FF2B5EF4-FFF2-40B4-BE49-F238E27FC236}">
                <a16:creationId xmlns:a16="http://schemas.microsoft.com/office/drawing/2014/main" id="{0BF8798A-7243-4704-A352-CD409DE34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8913" y="3795713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4</a:t>
            </a:r>
          </a:p>
        </p:txBody>
      </p:sp>
      <p:cxnSp>
        <p:nvCxnSpPr>
          <p:cNvPr id="107620" name="AutoShape 100">
            <a:extLst>
              <a:ext uri="{FF2B5EF4-FFF2-40B4-BE49-F238E27FC236}">
                <a16:creationId xmlns:a16="http://schemas.microsoft.com/office/drawing/2014/main" id="{65032988-9634-4DD7-9FD2-81F7C85FB889}"/>
              </a:ext>
            </a:extLst>
          </p:cNvPr>
          <p:cNvCxnSpPr>
            <a:cxnSpLocks noChangeShapeType="1"/>
            <a:stCxn id="107614" idx="7"/>
            <a:endCxn id="107615" idx="2"/>
          </p:cNvCxnSpPr>
          <p:nvPr/>
        </p:nvCxnSpPr>
        <p:spPr bwMode="auto">
          <a:xfrm flipV="1">
            <a:off x="2111375" y="2895600"/>
            <a:ext cx="700088" cy="376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21" name="AutoShape 101">
            <a:extLst>
              <a:ext uri="{FF2B5EF4-FFF2-40B4-BE49-F238E27FC236}">
                <a16:creationId xmlns:a16="http://schemas.microsoft.com/office/drawing/2014/main" id="{26B29132-2F1C-4190-A26D-9CC64D6A3376}"/>
              </a:ext>
            </a:extLst>
          </p:cNvPr>
          <p:cNvCxnSpPr>
            <a:cxnSpLocks noChangeShapeType="1"/>
            <a:stCxn id="107615" idx="6"/>
            <a:endCxn id="107616" idx="2"/>
          </p:cNvCxnSpPr>
          <p:nvPr/>
        </p:nvCxnSpPr>
        <p:spPr bwMode="auto">
          <a:xfrm>
            <a:off x="3171825" y="2895600"/>
            <a:ext cx="82708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22" name="AutoShape 102">
            <a:extLst>
              <a:ext uri="{FF2B5EF4-FFF2-40B4-BE49-F238E27FC236}">
                <a16:creationId xmlns:a16="http://schemas.microsoft.com/office/drawing/2014/main" id="{9B436C83-2BFF-4F1B-8C47-FB6794BB012C}"/>
              </a:ext>
            </a:extLst>
          </p:cNvPr>
          <p:cNvCxnSpPr>
            <a:cxnSpLocks noChangeShapeType="1"/>
            <a:stCxn id="107615" idx="3"/>
            <a:endCxn id="107617" idx="1"/>
          </p:cNvCxnSpPr>
          <p:nvPr/>
        </p:nvCxnSpPr>
        <p:spPr bwMode="auto">
          <a:xfrm>
            <a:off x="2863850" y="3022600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23" name="AutoShape 103">
            <a:extLst>
              <a:ext uri="{FF2B5EF4-FFF2-40B4-BE49-F238E27FC236}">
                <a16:creationId xmlns:a16="http://schemas.microsoft.com/office/drawing/2014/main" id="{4EA340D1-30F4-4F5C-9C13-2CDD0906180B}"/>
              </a:ext>
            </a:extLst>
          </p:cNvPr>
          <p:cNvCxnSpPr>
            <a:cxnSpLocks noChangeShapeType="1"/>
            <a:stCxn id="107617" idx="7"/>
            <a:endCxn id="107615" idx="5"/>
          </p:cNvCxnSpPr>
          <p:nvPr/>
        </p:nvCxnSpPr>
        <p:spPr bwMode="auto">
          <a:xfrm flipV="1">
            <a:off x="3119438" y="3022600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24" name="AutoShape 104">
            <a:extLst>
              <a:ext uri="{FF2B5EF4-FFF2-40B4-BE49-F238E27FC236}">
                <a16:creationId xmlns:a16="http://schemas.microsoft.com/office/drawing/2014/main" id="{E2CC8408-7667-4101-BA51-D175D6833115}"/>
              </a:ext>
            </a:extLst>
          </p:cNvPr>
          <p:cNvCxnSpPr>
            <a:cxnSpLocks noChangeShapeType="1"/>
            <a:stCxn id="107614" idx="5"/>
            <a:endCxn id="107617" idx="2"/>
          </p:cNvCxnSpPr>
          <p:nvPr/>
        </p:nvCxnSpPr>
        <p:spPr bwMode="auto">
          <a:xfrm>
            <a:off x="2111375" y="3527426"/>
            <a:ext cx="700088" cy="4492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25" name="AutoShape 105">
            <a:extLst>
              <a:ext uri="{FF2B5EF4-FFF2-40B4-BE49-F238E27FC236}">
                <a16:creationId xmlns:a16="http://schemas.microsoft.com/office/drawing/2014/main" id="{2551F2C7-6A0C-4EC1-A125-D7E62106D117}"/>
              </a:ext>
            </a:extLst>
          </p:cNvPr>
          <p:cNvCxnSpPr>
            <a:cxnSpLocks noChangeShapeType="1"/>
            <a:stCxn id="107617" idx="6"/>
            <a:endCxn id="107619" idx="2"/>
          </p:cNvCxnSpPr>
          <p:nvPr/>
        </p:nvCxnSpPr>
        <p:spPr bwMode="auto">
          <a:xfrm>
            <a:off x="3171825" y="3976688"/>
            <a:ext cx="8270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26" name="AutoShape 106">
            <a:extLst>
              <a:ext uri="{FF2B5EF4-FFF2-40B4-BE49-F238E27FC236}">
                <a16:creationId xmlns:a16="http://schemas.microsoft.com/office/drawing/2014/main" id="{4806D2BC-5FB0-4086-AC6F-450413FF911D}"/>
              </a:ext>
            </a:extLst>
          </p:cNvPr>
          <p:cNvCxnSpPr>
            <a:cxnSpLocks noChangeShapeType="1"/>
            <a:stCxn id="107619" idx="0"/>
            <a:endCxn id="107616" idx="4"/>
          </p:cNvCxnSpPr>
          <p:nvPr/>
        </p:nvCxnSpPr>
        <p:spPr bwMode="auto">
          <a:xfrm flipV="1">
            <a:off x="4179888" y="3076575"/>
            <a:ext cx="0" cy="7191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27" name="AutoShape 107">
            <a:extLst>
              <a:ext uri="{FF2B5EF4-FFF2-40B4-BE49-F238E27FC236}">
                <a16:creationId xmlns:a16="http://schemas.microsoft.com/office/drawing/2014/main" id="{012FDE3D-DC13-4B97-8375-75683ECFAAE4}"/>
              </a:ext>
            </a:extLst>
          </p:cNvPr>
          <p:cNvCxnSpPr>
            <a:cxnSpLocks noChangeShapeType="1"/>
            <a:stCxn id="107616" idx="3"/>
            <a:endCxn id="107617" idx="7"/>
          </p:cNvCxnSpPr>
          <p:nvPr/>
        </p:nvCxnSpPr>
        <p:spPr bwMode="auto">
          <a:xfrm flipH="1">
            <a:off x="3119438" y="3024188"/>
            <a:ext cx="931862" cy="823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28" name="AutoShape 108">
            <a:extLst>
              <a:ext uri="{FF2B5EF4-FFF2-40B4-BE49-F238E27FC236}">
                <a16:creationId xmlns:a16="http://schemas.microsoft.com/office/drawing/2014/main" id="{747BC613-AB90-4D3E-A7B4-975D3EA45218}"/>
              </a:ext>
            </a:extLst>
          </p:cNvPr>
          <p:cNvCxnSpPr>
            <a:cxnSpLocks noChangeShapeType="1"/>
            <a:stCxn id="107619" idx="6"/>
            <a:endCxn id="107618" idx="3"/>
          </p:cNvCxnSpPr>
          <p:nvPr/>
        </p:nvCxnSpPr>
        <p:spPr bwMode="auto">
          <a:xfrm flipV="1">
            <a:off x="4359275" y="3563938"/>
            <a:ext cx="736600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29" name="AutoShape 109">
            <a:extLst>
              <a:ext uri="{FF2B5EF4-FFF2-40B4-BE49-F238E27FC236}">
                <a16:creationId xmlns:a16="http://schemas.microsoft.com/office/drawing/2014/main" id="{ED6CF120-1FDC-4EB4-BBCE-F55870876E0E}"/>
              </a:ext>
            </a:extLst>
          </p:cNvPr>
          <p:cNvCxnSpPr>
            <a:cxnSpLocks noChangeShapeType="1"/>
            <a:stCxn id="107616" idx="6"/>
            <a:endCxn id="107618" idx="1"/>
          </p:cNvCxnSpPr>
          <p:nvPr/>
        </p:nvCxnSpPr>
        <p:spPr bwMode="auto">
          <a:xfrm>
            <a:off x="4359275" y="2897188"/>
            <a:ext cx="736600" cy="411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630" name="Text Box 110">
            <a:extLst>
              <a:ext uri="{FF2B5EF4-FFF2-40B4-BE49-F238E27FC236}">
                <a16:creationId xmlns:a16="http://schemas.microsoft.com/office/drawing/2014/main" id="{B4E33712-02DE-437D-8881-E2EAAABC125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556670" y="3291683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10</a:t>
            </a:r>
          </a:p>
        </p:txBody>
      </p:sp>
      <p:sp>
        <p:nvSpPr>
          <p:cNvPr id="107631" name="Text Box 111">
            <a:extLst>
              <a:ext uri="{FF2B5EF4-FFF2-40B4-BE49-F238E27FC236}">
                <a16:creationId xmlns:a16="http://schemas.microsoft.com/office/drawing/2014/main" id="{C33EEA91-FD4E-4BED-A552-D04DAA8E8A51}"/>
              </a:ext>
            </a:extLst>
          </p:cNvPr>
          <p:cNvSpPr txBox="1">
            <a:spLocks noChangeArrowheads="1"/>
          </p:cNvSpPr>
          <p:nvPr/>
        </p:nvSpPr>
        <p:spPr bwMode="auto">
          <a:xfrm rot="20012098">
            <a:off x="2125663" y="2820989"/>
            <a:ext cx="5635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12/16</a:t>
            </a:r>
          </a:p>
        </p:txBody>
      </p:sp>
      <p:sp>
        <p:nvSpPr>
          <p:cNvPr id="107632" name="Text Box 112">
            <a:extLst>
              <a:ext uri="{FF2B5EF4-FFF2-40B4-BE49-F238E27FC236}">
                <a16:creationId xmlns:a16="http://schemas.microsoft.com/office/drawing/2014/main" id="{ACCDD4AC-FFD9-4A8E-97E5-DDCD6C938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7726" y="2606675"/>
            <a:ext cx="5635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12/12</a:t>
            </a:r>
          </a:p>
        </p:txBody>
      </p:sp>
      <p:sp>
        <p:nvSpPr>
          <p:cNvPr id="107633" name="Text Box 113">
            <a:extLst>
              <a:ext uri="{FF2B5EF4-FFF2-40B4-BE49-F238E27FC236}">
                <a16:creationId xmlns:a16="http://schemas.microsoft.com/office/drawing/2014/main" id="{CB2A899C-A513-4EDB-A75D-65A123CF668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101976" y="3306763"/>
            <a:ext cx="268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sp>
        <p:nvSpPr>
          <p:cNvPr id="107634" name="Text Box 114">
            <a:extLst>
              <a:ext uri="{FF2B5EF4-FFF2-40B4-BE49-F238E27FC236}">
                <a16:creationId xmlns:a16="http://schemas.microsoft.com/office/drawing/2014/main" id="{981FC8B0-898E-4038-9618-2AA12FD47163}"/>
              </a:ext>
            </a:extLst>
          </p:cNvPr>
          <p:cNvSpPr txBox="1">
            <a:spLocks noChangeArrowheads="1"/>
          </p:cNvSpPr>
          <p:nvPr/>
        </p:nvSpPr>
        <p:spPr bwMode="auto">
          <a:xfrm rot="2114577">
            <a:off x="2125664" y="3686175"/>
            <a:ext cx="479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7/13</a:t>
            </a:r>
          </a:p>
        </p:txBody>
      </p:sp>
      <p:sp>
        <p:nvSpPr>
          <p:cNvPr id="107635" name="Text Box 115">
            <a:extLst>
              <a:ext uri="{FF2B5EF4-FFF2-40B4-BE49-F238E27FC236}">
                <a16:creationId xmlns:a16="http://schemas.microsoft.com/office/drawing/2014/main" id="{D3A7C541-9707-4A41-B22B-E6443CE4AA55}"/>
              </a:ext>
            </a:extLst>
          </p:cNvPr>
          <p:cNvSpPr txBox="1">
            <a:spLocks noChangeArrowheads="1"/>
          </p:cNvSpPr>
          <p:nvPr/>
        </p:nvSpPr>
        <p:spPr bwMode="auto">
          <a:xfrm rot="19058309">
            <a:off x="3511550" y="3368675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9</a:t>
            </a:r>
          </a:p>
        </p:txBody>
      </p:sp>
      <p:sp>
        <p:nvSpPr>
          <p:cNvPr id="107636" name="Text Box 116">
            <a:extLst>
              <a:ext uri="{FF2B5EF4-FFF2-40B4-BE49-F238E27FC236}">
                <a16:creationId xmlns:a16="http://schemas.microsoft.com/office/drawing/2014/main" id="{4500D4C7-13A8-4723-8706-D67C531BF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1" y="3938589"/>
            <a:ext cx="479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7/14</a:t>
            </a:r>
          </a:p>
        </p:txBody>
      </p:sp>
      <p:sp>
        <p:nvSpPr>
          <p:cNvPr id="107637" name="Text Box 117">
            <a:extLst>
              <a:ext uri="{FF2B5EF4-FFF2-40B4-BE49-F238E27FC236}">
                <a16:creationId xmlns:a16="http://schemas.microsoft.com/office/drawing/2014/main" id="{3D750604-4C3E-4E9A-94F1-3515CF6666C1}"/>
              </a:ext>
            </a:extLst>
          </p:cNvPr>
          <p:cNvSpPr txBox="1">
            <a:spLocks noChangeArrowheads="1"/>
          </p:cNvSpPr>
          <p:nvPr/>
        </p:nvSpPr>
        <p:spPr bwMode="auto">
          <a:xfrm rot="1746139">
            <a:off x="4597401" y="2873375"/>
            <a:ext cx="5635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19/20</a:t>
            </a:r>
          </a:p>
        </p:txBody>
      </p:sp>
      <p:sp>
        <p:nvSpPr>
          <p:cNvPr id="107638" name="Text Box 118">
            <a:extLst>
              <a:ext uri="{FF2B5EF4-FFF2-40B4-BE49-F238E27FC236}">
                <a16:creationId xmlns:a16="http://schemas.microsoft.com/office/drawing/2014/main" id="{D06D3B24-F740-490B-A4CA-5971995F045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121151" y="3313113"/>
            <a:ext cx="395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7/7</a:t>
            </a:r>
          </a:p>
        </p:txBody>
      </p:sp>
      <p:sp>
        <p:nvSpPr>
          <p:cNvPr id="107639" name="Text Box 119">
            <a:extLst>
              <a:ext uri="{FF2B5EF4-FFF2-40B4-BE49-F238E27FC236}">
                <a16:creationId xmlns:a16="http://schemas.microsoft.com/office/drawing/2014/main" id="{CE0241D6-2A68-48BF-B338-F2E75F77706D}"/>
              </a:ext>
            </a:extLst>
          </p:cNvPr>
          <p:cNvSpPr txBox="1">
            <a:spLocks noChangeArrowheads="1"/>
          </p:cNvSpPr>
          <p:nvPr/>
        </p:nvSpPr>
        <p:spPr bwMode="auto">
          <a:xfrm rot="19835397">
            <a:off x="4656139" y="3752850"/>
            <a:ext cx="268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sp>
        <p:nvSpPr>
          <p:cNvPr id="107640" name="Text Box 120">
            <a:extLst>
              <a:ext uri="{FF2B5EF4-FFF2-40B4-BE49-F238E27FC236}">
                <a16:creationId xmlns:a16="http://schemas.microsoft.com/office/drawing/2014/main" id="{4313006F-44DB-4070-9BC6-B37E9D774D7B}"/>
              </a:ext>
            </a:extLst>
          </p:cNvPr>
          <p:cNvSpPr txBox="1">
            <a:spLocks noChangeArrowheads="1"/>
          </p:cNvSpPr>
          <p:nvPr/>
        </p:nvSpPr>
        <p:spPr bwMode="auto">
          <a:xfrm rot="20012098">
            <a:off x="2160588" y="1050925"/>
            <a:ext cx="5635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12/16</a:t>
            </a:r>
          </a:p>
        </p:txBody>
      </p:sp>
      <p:sp>
        <p:nvSpPr>
          <p:cNvPr id="107641" name="Text Box 121">
            <a:extLst>
              <a:ext uri="{FF2B5EF4-FFF2-40B4-BE49-F238E27FC236}">
                <a16:creationId xmlns:a16="http://schemas.microsoft.com/office/drawing/2014/main" id="{91211BD4-B9D4-403C-941F-3A051BC59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1" y="836614"/>
            <a:ext cx="563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12/12</a:t>
            </a:r>
          </a:p>
        </p:txBody>
      </p:sp>
      <p:sp>
        <p:nvSpPr>
          <p:cNvPr id="107642" name="Text Box 122">
            <a:extLst>
              <a:ext uri="{FF2B5EF4-FFF2-40B4-BE49-F238E27FC236}">
                <a16:creationId xmlns:a16="http://schemas.microsoft.com/office/drawing/2014/main" id="{A5C40890-1E1E-487A-9326-0CF02D43C73E}"/>
              </a:ext>
            </a:extLst>
          </p:cNvPr>
          <p:cNvSpPr txBox="1">
            <a:spLocks noChangeArrowheads="1"/>
          </p:cNvSpPr>
          <p:nvPr/>
        </p:nvSpPr>
        <p:spPr bwMode="auto">
          <a:xfrm rot="1746139">
            <a:off x="4632326" y="1103314"/>
            <a:ext cx="563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12/20</a:t>
            </a:r>
          </a:p>
        </p:txBody>
      </p:sp>
      <p:sp>
        <p:nvSpPr>
          <p:cNvPr id="107643" name="Oval 123">
            <a:extLst>
              <a:ext uri="{FF2B5EF4-FFF2-40B4-BE49-F238E27FC236}">
                <a16:creationId xmlns:a16="http://schemas.microsoft.com/office/drawing/2014/main" id="{06D632FE-C7EF-4A3E-AF0F-A6CDA14C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3776" y="1471613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</a:p>
        </p:txBody>
      </p:sp>
      <p:sp>
        <p:nvSpPr>
          <p:cNvPr id="107644" name="Oval 124">
            <a:extLst>
              <a:ext uri="{FF2B5EF4-FFF2-40B4-BE49-F238E27FC236}">
                <a16:creationId xmlns:a16="http://schemas.microsoft.com/office/drawing/2014/main" id="{DE1FA1CF-5431-496B-ABF4-BFC104539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1838" y="966788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1</a:t>
            </a:r>
          </a:p>
        </p:txBody>
      </p:sp>
      <p:sp>
        <p:nvSpPr>
          <p:cNvPr id="107645" name="Oval 125">
            <a:extLst>
              <a:ext uri="{FF2B5EF4-FFF2-40B4-BE49-F238E27FC236}">
                <a16:creationId xmlns:a16="http://schemas.microsoft.com/office/drawing/2014/main" id="{03D38C1F-FC13-4E67-86B5-45C9B44C8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9288" y="96837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2</a:t>
            </a:r>
          </a:p>
        </p:txBody>
      </p:sp>
      <p:sp>
        <p:nvSpPr>
          <p:cNvPr id="107646" name="Oval 126">
            <a:extLst>
              <a:ext uri="{FF2B5EF4-FFF2-40B4-BE49-F238E27FC236}">
                <a16:creationId xmlns:a16="http://schemas.microsoft.com/office/drawing/2014/main" id="{940B7857-1AA1-4ED0-BC63-1902F3C61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1838" y="204787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3</a:t>
            </a:r>
          </a:p>
        </p:txBody>
      </p:sp>
      <p:sp>
        <p:nvSpPr>
          <p:cNvPr id="107647" name="Oval 127">
            <a:extLst>
              <a:ext uri="{FF2B5EF4-FFF2-40B4-BE49-F238E27FC236}">
                <a16:creationId xmlns:a16="http://schemas.microsoft.com/office/drawing/2014/main" id="{2F1D8FC3-0819-4360-9690-D84C8BE01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3863" y="150812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С</a:t>
            </a:r>
          </a:p>
        </p:txBody>
      </p:sp>
      <p:sp>
        <p:nvSpPr>
          <p:cNvPr id="107648" name="Oval 128">
            <a:extLst>
              <a:ext uri="{FF2B5EF4-FFF2-40B4-BE49-F238E27FC236}">
                <a16:creationId xmlns:a16="http://schemas.microsoft.com/office/drawing/2014/main" id="{7CA860A6-5B70-4C1C-9874-57A825DA3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9288" y="204787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4</a:t>
            </a:r>
          </a:p>
        </p:txBody>
      </p:sp>
      <p:cxnSp>
        <p:nvCxnSpPr>
          <p:cNvPr id="107649" name="AutoShape 129">
            <a:extLst>
              <a:ext uri="{FF2B5EF4-FFF2-40B4-BE49-F238E27FC236}">
                <a16:creationId xmlns:a16="http://schemas.microsoft.com/office/drawing/2014/main" id="{C0F0E610-265F-47E1-BEF3-CD480F6FCE26}"/>
              </a:ext>
            </a:extLst>
          </p:cNvPr>
          <p:cNvCxnSpPr>
            <a:cxnSpLocks noChangeShapeType="1"/>
            <a:stCxn id="107643" idx="0"/>
            <a:endCxn id="107644" idx="1"/>
          </p:cNvCxnSpPr>
          <p:nvPr/>
        </p:nvCxnSpPr>
        <p:spPr bwMode="auto">
          <a:xfrm flipV="1">
            <a:off x="6254751" y="1019175"/>
            <a:ext cx="879475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50" name="AutoShape 130">
            <a:extLst>
              <a:ext uri="{FF2B5EF4-FFF2-40B4-BE49-F238E27FC236}">
                <a16:creationId xmlns:a16="http://schemas.microsoft.com/office/drawing/2014/main" id="{7F89B255-1DE8-4DCC-974F-F9DF9DDF4BCA}"/>
              </a:ext>
            </a:extLst>
          </p:cNvPr>
          <p:cNvCxnSpPr>
            <a:cxnSpLocks noChangeShapeType="1"/>
            <a:stCxn id="107645" idx="2"/>
            <a:endCxn id="107644" idx="6"/>
          </p:cNvCxnSpPr>
          <p:nvPr/>
        </p:nvCxnSpPr>
        <p:spPr bwMode="auto">
          <a:xfrm flipH="1" flipV="1">
            <a:off x="7442200" y="1147764"/>
            <a:ext cx="82708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51" name="AutoShape 131">
            <a:extLst>
              <a:ext uri="{FF2B5EF4-FFF2-40B4-BE49-F238E27FC236}">
                <a16:creationId xmlns:a16="http://schemas.microsoft.com/office/drawing/2014/main" id="{C8D04A29-491B-4983-A5C0-8C1CA22D9F84}"/>
              </a:ext>
            </a:extLst>
          </p:cNvPr>
          <p:cNvCxnSpPr>
            <a:cxnSpLocks noChangeShapeType="1"/>
            <a:stCxn id="107644" idx="3"/>
            <a:endCxn id="107646" idx="1"/>
          </p:cNvCxnSpPr>
          <p:nvPr/>
        </p:nvCxnSpPr>
        <p:spPr bwMode="auto">
          <a:xfrm>
            <a:off x="7134225" y="1274763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52" name="AutoShape 132">
            <a:extLst>
              <a:ext uri="{FF2B5EF4-FFF2-40B4-BE49-F238E27FC236}">
                <a16:creationId xmlns:a16="http://schemas.microsoft.com/office/drawing/2014/main" id="{507DE0F8-685F-4193-9AC5-FA3BE624764F}"/>
              </a:ext>
            </a:extLst>
          </p:cNvPr>
          <p:cNvCxnSpPr>
            <a:cxnSpLocks noChangeShapeType="1"/>
            <a:stCxn id="107646" idx="7"/>
            <a:endCxn id="107644" idx="5"/>
          </p:cNvCxnSpPr>
          <p:nvPr/>
        </p:nvCxnSpPr>
        <p:spPr bwMode="auto">
          <a:xfrm flipV="1">
            <a:off x="7389813" y="1274763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53" name="AutoShape 133">
            <a:extLst>
              <a:ext uri="{FF2B5EF4-FFF2-40B4-BE49-F238E27FC236}">
                <a16:creationId xmlns:a16="http://schemas.microsoft.com/office/drawing/2014/main" id="{D7AA16D0-6F07-402F-9510-C14BCD80CF91}"/>
              </a:ext>
            </a:extLst>
          </p:cNvPr>
          <p:cNvCxnSpPr>
            <a:cxnSpLocks noChangeShapeType="1"/>
            <a:stCxn id="107643" idx="5"/>
            <a:endCxn id="107646" idx="2"/>
          </p:cNvCxnSpPr>
          <p:nvPr/>
        </p:nvCxnSpPr>
        <p:spPr bwMode="auto">
          <a:xfrm>
            <a:off x="6381750" y="1779588"/>
            <a:ext cx="700088" cy="449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54" name="AutoShape 134">
            <a:extLst>
              <a:ext uri="{FF2B5EF4-FFF2-40B4-BE49-F238E27FC236}">
                <a16:creationId xmlns:a16="http://schemas.microsoft.com/office/drawing/2014/main" id="{43B50299-BBF5-45FF-B70C-FD2D26C85C08}"/>
              </a:ext>
            </a:extLst>
          </p:cNvPr>
          <p:cNvCxnSpPr>
            <a:cxnSpLocks noChangeShapeType="1"/>
            <a:stCxn id="107646" idx="6"/>
            <a:endCxn id="107648" idx="2"/>
          </p:cNvCxnSpPr>
          <p:nvPr/>
        </p:nvCxnSpPr>
        <p:spPr bwMode="auto">
          <a:xfrm>
            <a:off x="7442200" y="2228850"/>
            <a:ext cx="8270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55" name="AutoShape 135">
            <a:extLst>
              <a:ext uri="{FF2B5EF4-FFF2-40B4-BE49-F238E27FC236}">
                <a16:creationId xmlns:a16="http://schemas.microsoft.com/office/drawing/2014/main" id="{BBF856B1-8506-40CB-9471-2870A1EDE979}"/>
              </a:ext>
            </a:extLst>
          </p:cNvPr>
          <p:cNvCxnSpPr>
            <a:cxnSpLocks noChangeShapeType="1"/>
            <a:stCxn id="107648" idx="0"/>
            <a:endCxn id="107645" idx="4"/>
          </p:cNvCxnSpPr>
          <p:nvPr/>
        </p:nvCxnSpPr>
        <p:spPr bwMode="auto">
          <a:xfrm flipV="1">
            <a:off x="8450263" y="1328739"/>
            <a:ext cx="0" cy="719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56" name="AutoShape 136">
            <a:extLst>
              <a:ext uri="{FF2B5EF4-FFF2-40B4-BE49-F238E27FC236}">
                <a16:creationId xmlns:a16="http://schemas.microsoft.com/office/drawing/2014/main" id="{9825929D-92F1-4F46-9E92-F133D9E0AA60}"/>
              </a:ext>
            </a:extLst>
          </p:cNvPr>
          <p:cNvCxnSpPr>
            <a:cxnSpLocks noChangeShapeType="1"/>
            <a:stCxn id="107645" idx="3"/>
            <a:endCxn id="107646" idx="7"/>
          </p:cNvCxnSpPr>
          <p:nvPr/>
        </p:nvCxnSpPr>
        <p:spPr bwMode="auto">
          <a:xfrm flipH="1">
            <a:off x="7389813" y="1276351"/>
            <a:ext cx="931862" cy="823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57" name="AutoShape 137">
            <a:extLst>
              <a:ext uri="{FF2B5EF4-FFF2-40B4-BE49-F238E27FC236}">
                <a16:creationId xmlns:a16="http://schemas.microsoft.com/office/drawing/2014/main" id="{595BA598-E567-4772-BCDC-1FBE25AB6343}"/>
              </a:ext>
            </a:extLst>
          </p:cNvPr>
          <p:cNvCxnSpPr>
            <a:cxnSpLocks noChangeShapeType="1"/>
            <a:stCxn id="107648" idx="6"/>
            <a:endCxn id="107647" idx="3"/>
          </p:cNvCxnSpPr>
          <p:nvPr/>
        </p:nvCxnSpPr>
        <p:spPr bwMode="auto">
          <a:xfrm flipV="1">
            <a:off x="8629650" y="1816100"/>
            <a:ext cx="736600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58" name="AutoShape 138">
            <a:extLst>
              <a:ext uri="{FF2B5EF4-FFF2-40B4-BE49-F238E27FC236}">
                <a16:creationId xmlns:a16="http://schemas.microsoft.com/office/drawing/2014/main" id="{81E5F14E-8B2F-4323-BD1C-9E14D4E91A80}"/>
              </a:ext>
            </a:extLst>
          </p:cNvPr>
          <p:cNvCxnSpPr>
            <a:cxnSpLocks noChangeShapeType="1"/>
            <a:stCxn id="107645" idx="6"/>
            <a:endCxn id="107647" idx="1"/>
          </p:cNvCxnSpPr>
          <p:nvPr/>
        </p:nvCxnSpPr>
        <p:spPr bwMode="auto">
          <a:xfrm>
            <a:off x="8629650" y="1149351"/>
            <a:ext cx="736600" cy="411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659" name="Text Box 139">
            <a:extLst>
              <a:ext uri="{FF2B5EF4-FFF2-40B4-BE49-F238E27FC236}">
                <a16:creationId xmlns:a16="http://schemas.microsoft.com/office/drawing/2014/main" id="{8292EB27-E3CD-4FC8-BA81-8A85C069DEF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827045" y="1543845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10</a:t>
            </a:r>
          </a:p>
        </p:txBody>
      </p:sp>
      <p:sp>
        <p:nvSpPr>
          <p:cNvPr id="107660" name="Text Box 140">
            <a:extLst>
              <a:ext uri="{FF2B5EF4-FFF2-40B4-BE49-F238E27FC236}">
                <a16:creationId xmlns:a16="http://schemas.microsoft.com/office/drawing/2014/main" id="{C3E76AF3-3E11-44C3-9B14-573ADAD718BF}"/>
              </a:ext>
            </a:extLst>
          </p:cNvPr>
          <p:cNvSpPr txBox="1">
            <a:spLocks noChangeArrowheads="1"/>
          </p:cNvSpPr>
          <p:nvPr/>
        </p:nvSpPr>
        <p:spPr bwMode="auto">
          <a:xfrm rot="20012098">
            <a:off x="6491289" y="1016000"/>
            <a:ext cx="268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sp>
        <p:nvSpPr>
          <p:cNvPr id="107661" name="Text Box 141">
            <a:extLst>
              <a:ext uri="{FF2B5EF4-FFF2-40B4-BE49-F238E27FC236}">
                <a16:creationId xmlns:a16="http://schemas.microsoft.com/office/drawing/2014/main" id="{CD4A1A8F-9F8F-4C94-BDD9-AEF0FBB8C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8101" y="858839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</a:t>
            </a:r>
          </a:p>
        </p:txBody>
      </p:sp>
      <p:sp>
        <p:nvSpPr>
          <p:cNvPr id="107662" name="Text Box 142">
            <a:extLst>
              <a:ext uri="{FF2B5EF4-FFF2-40B4-BE49-F238E27FC236}">
                <a16:creationId xmlns:a16="http://schemas.microsoft.com/office/drawing/2014/main" id="{D7E8D80C-9A16-4A56-BF18-7904BDEE1AA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372350" y="1558925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sp>
        <p:nvSpPr>
          <p:cNvPr id="107663" name="Text Box 143">
            <a:extLst>
              <a:ext uri="{FF2B5EF4-FFF2-40B4-BE49-F238E27FC236}">
                <a16:creationId xmlns:a16="http://schemas.microsoft.com/office/drawing/2014/main" id="{EB70C186-1C7E-421A-9B3A-DB817837804A}"/>
              </a:ext>
            </a:extLst>
          </p:cNvPr>
          <p:cNvSpPr txBox="1">
            <a:spLocks noChangeArrowheads="1"/>
          </p:cNvSpPr>
          <p:nvPr/>
        </p:nvSpPr>
        <p:spPr bwMode="auto">
          <a:xfrm rot="2114577">
            <a:off x="6408739" y="1901825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13</a:t>
            </a:r>
          </a:p>
        </p:txBody>
      </p:sp>
      <p:sp>
        <p:nvSpPr>
          <p:cNvPr id="107664" name="Text Box 144">
            <a:extLst>
              <a:ext uri="{FF2B5EF4-FFF2-40B4-BE49-F238E27FC236}">
                <a16:creationId xmlns:a16="http://schemas.microsoft.com/office/drawing/2014/main" id="{23206084-1ED8-43F4-8D24-4208C462CB8A}"/>
              </a:ext>
            </a:extLst>
          </p:cNvPr>
          <p:cNvSpPr txBox="1">
            <a:spLocks noChangeArrowheads="1"/>
          </p:cNvSpPr>
          <p:nvPr/>
        </p:nvSpPr>
        <p:spPr bwMode="auto">
          <a:xfrm rot="19058309">
            <a:off x="7781925" y="1620839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9</a:t>
            </a:r>
          </a:p>
        </p:txBody>
      </p:sp>
      <p:sp>
        <p:nvSpPr>
          <p:cNvPr id="107665" name="Text Box 145">
            <a:extLst>
              <a:ext uri="{FF2B5EF4-FFF2-40B4-BE49-F238E27FC236}">
                <a16:creationId xmlns:a16="http://schemas.microsoft.com/office/drawing/2014/main" id="{92CCC081-F4F3-4DF9-B9BC-1E50FD67F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5076" y="219075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14</a:t>
            </a:r>
          </a:p>
        </p:txBody>
      </p:sp>
      <p:sp>
        <p:nvSpPr>
          <p:cNvPr id="107666" name="Text Box 146">
            <a:extLst>
              <a:ext uri="{FF2B5EF4-FFF2-40B4-BE49-F238E27FC236}">
                <a16:creationId xmlns:a16="http://schemas.microsoft.com/office/drawing/2014/main" id="{62EC8BD5-F744-45FB-BBB3-D82E261D47B3}"/>
              </a:ext>
            </a:extLst>
          </p:cNvPr>
          <p:cNvSpPr txBox="1">
            <a:spLocks noChangeArrowheads="1"/>
          </p:cNvSpPr>
          <p:nvPr/>
        </p:nvSpPr>
        <p:spPr bwMode="auto">
          <a:xfrm rot="1746139">
            <a:off x="8975725" y="1125539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8</a:t>
            </a:r>
          </a:p>
        </p:txBody>
      </p:sp>
      <p:sp>
        <p:nvSpPr>
          <p:cNvPr id="107667" name="Text Box 147">
            <a:extLst>
              <a:ext uri="{FF2B5EF4-FFF2-40B4-BE49-F238E27FC236}">
                <a16:creationId xmlns:a16="http://schemas.microsoft.com/office/drawing/2014/main" id="{B0A035FB-D3F2-4F98-9D07-8BC0CA8C95A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453438" y="1628776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7</a:t>
            </a:r>
          </a:p>
        </p:txBody>
      </p:sp>
      <p:sp>
        <p:nvSpPr>
          <p:cNvPr id="107668" name="Text Box 148">
            <a:extLst>
              <a:ext uri="{FF2B5EF4-FFF2-40B4-BE49-F238E27FC236}">
                <a16:creationId xmlns:a16="http://schemas.microsoft.com/office/drawing/2014/main" id="{C14A6AA7-BAEE-4F3B-BED0-BA7DF973FD25}"/>
              </a:ext>
            </a:extLst>
          </p:cNvPr>
          <p:cNvSpPr txBox="1">
            <a:spLocks noChangeArrowheads="1"/>
          </p:cNvSpPr>
          <p:nvPr/>
        </p:nvSpPr>
        <p:spPr bwMode="auto">
          <a:xfrm rot="19835397">
            <a:off x="8926514" y="2005014"/>
            <a:ext cx="268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cxnSp>
        <p:nvCxnSpPr>
          <p:cNvPr id="107669" name="AutoShape 149">
            <a:extLst>
              <a:ext uri="{FF2B5EF4-FFF2-40B4-BE49-F238E27FC236}">
                <a16:creationId xmlns:a16="http://schemas.microsoft.com/office/drawing/2014/main" id="{3D0BA8BE-EBD9-4EF8-95D5-3EA4F09D6D2D}"/>
              </a:ext>
            </a:extLst>
          </p:cNvPr>
          <p:cNvCxnSpPr>
            <a:cxnSpLocks noChangeShapeType="1"/>
            <a:stCxn id="107647" idx="2"/>
            <a:endCxn id="107645" idx="5"/>
          </p:cNvCxnSpPr>
          <p:nvPr/>
        </p:nvCxnSpPr>
        <p:spPr bwMode="auto">
          <a:xfrm flipH="1" flipV="1">
            <a:off x="8577263" y="1276350"/>
            <a:ext cx="736600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670" name="Text Box 150">
            <a:extLst>
              <a:ext uri="{FF2B5EF4-FFF2-40B4-BE49-F238E27FC236}">
                <a16:creationId xmlns:a16="http://schemas.microsoft.com/office/drawing/2014/main" id="{BCEDA5DB-9067-45DB-A27B-905F6EC5AE05}"/>
              </a:ext>
            </a:extLst>
          </p:cNvPr>
          <p:cNvSpPr txBox="1">
            <a:spLocks noChangeArrowheads="1"/>
          </p:cNvSpPr>
          <p:nvPr/>
        </p:nvSpPr>
        <p:spPr bwMode="auto">
          <a:xfrm rot="1746139">
            <a:off x="8724901" y="1449389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</a:t>
            </a:r>
          </a:p>
        </p:txBody>
      </p:sp>
      <p:sp>
        <p:nvSpPr>
          <p:cNvPr id="107671" name="Text Box 151">
            <a:extLst>
              <a:ext uri="{FF2B5EF4-FFF2-40B4-BE49-F238E27FC236}">
                <a16:creationId xmlns:a16="http://schemas.microsoft.com/office/drawing/2014/main" id="{DDABFA5B-F102-4D13-A1BD-068A1EA8C0E7}"/>
              </a:ext>
            </a:extLst>
          </p:cNvPr>
          <p:cNvSpPr txBox="1">
            <a:spLocks noChangeArrowheads="1"/>
          </p:cNvSpPr>
          <p:nvPr/>
        </p:nvSpPr>
        <p:spPr bwMode="auto">
          <a:xfrm rot="20012098">
            <a:off x="6600826" y="1304925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</a:t>
            </a:r>
          </a:p>
        </p:txBody>
      </p:sp>
      <p:cxnSp>
        <p:nvCxnSpPr>
          <p:cNvPr id="107672" name="AutoShape 152">
            <a:extLst>
              <a:ext uri="{FF2B5EF4-FFF2-40B4-BE49-F238E27FC236}">
                <a16:creationId xmlns:a16="http://schemas.microsoft.com/office/drawing/2014/main" id="{45339BEE-87A0-4582-B29E-9437A377734C}"/>
              </a:ext>
            </a:extLst>
          </p:cNvPr>
          <p:cNvCxnSpPr>
            <a:cxnSpLocks noChangeShapeType="1"/>
            <a:stCxn id="107644" idx="2"/>
            <a:endCxn id="107643" idx="7"/>
          </p:cNvCxnSpPr>
          <p:nvPr/>
        </p:nvCxnSpPr>
        <p:spPr bwMode="auto">
          <a:xfrm flipH="1">
            <a:off x="6381750" y="1147764"/>
            <a:ext cx="700088" cy="376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673" name="Oval 153">
            <a:extLst>
              <a:ext uri="{FF2B5EF4-FFF2-40B4-BE49-F238E27FC236}">
                <a16:creationId xmlns:a16="http://schemas.microsoft.com/office/drawing/2014/main" id="{4A423ABD-9973-4E20-916B-10B770791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4188" y="5180013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</a:p>
        </p:txBody>
      </p:sp>
      <p:sp>
        <p:nvSpPr>
          <p:cNvPr id="107674" name="Oval 154">
            <a:extLst>
              <a:ext uri="{FF2B5EF4-FFF2-40B4-BE49-F238E27FC236}">
                <a16:creationId xmlns:a16="http://schemas.microsoft.com/office/drawing/2014/main" id="{30905AE3-3E5C-4134-AE35-8905646A8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1" y="4675188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1</a:t>
            </a:r>
          </a:p>
        </p:txBody>
      </p:sp>
      <p:sp>
        <p:nvSpPr>
          <p:cNvPr id="107675" name="Oval 155">
            <a:extLst>
              <a:ext uri="{FF2B5EF4-FFF2-40B4-BE49-F238E27FC236}">
                <a16:creationId xmlns:a16="http://schemas.microsoft.com/office/drawing/2014/main" id="{106D855E-0F64-4E63-803B-A1F4B78BC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701" y="467677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2</a:t>
            </a:r>
          </a:p>
        </p:txBody>
      </p:sp>
      <p:sp>
        <p:nvSpPr>
          <p:cNvPr id="107676" name="Oval 156">
            <a:extLst>
              <a:ext uri="{FF2B5EF4-FFF2-40B4-BE49-F238E27FC236}">
                <a16:creationId xmlns:a16="http://schemas.microsoft.com/office/drawing/2014/main" id="{777CD9A2-A04A-4D7C-9483-79508D83A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1" y="575627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3</a:t>
            </a:r>
          </a:p>
        </p:txBody>
      </p:sp>
      <p:sp>
        <p:nvSpPr>
          <p:cNvPr id="107677" name="Oval 157">
            <a:extLst>
              <a:ext uri="{FF2B5EF4-FFF2-40B4-BE49-F238E27FC236}">
                <a16:creationId xmlns:a16="http://schemas.microsoft.com/office/drawing/2014/main" id="{1F3EE006-115A-4EFA-8089-93F19553B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4276" y="521652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С</a:t>
            </a:r>
          </a:p>
        </p:txBody>
      </p:sp>
      <p:sp>
        <p:nvSpPr>
          <p:cNvPr id="107678" name="Oval 158">
            <a:extLst>
              <a:ext uri="{FF2B5EF4-FFF2-40B4-BE49-F238E27FC236}">
                <a16:creationId xmlns:a16="http://schemas.microsoft.com/office/drawing/2014/main" id="{EEA624BB-55CF-410B-BF53-FD03A9BD3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701" y="575627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4</a:t>
            </a:r>
          </a:p>
        </p:txBody>
      </p:sp>
      <p:cxnSp>
        <p:nvCxnSpPr>
          <p:cNvPr id="107679" name="AutoShape 159">
            <a:extLst>
              <a:ext uri="{FF2B5EF4-FFF2-40B4-BE49-F238E27FC236}">
                <a16:creationId xmlns:a16="http://schemas.microsoft.com/office/drawing/2014/main" id="{24DF88FF-AE58-485B-AB5F-DC2239D7A032}"/>
              </a:ext>
            </a:extLst>
          </p:cNvPr>
          <p:cNvCxnSpPr>
            <a:cxnSpLocks noChangeShapeType="1"/>
            <a:stCxn id="107673" idx="7"/>
            <a:endCxn id="107674" idx="2"/>
          </p:cNvCxnSpPr>
          <p:nvPr/>
        </p:nvCxnSpPr>
        <p:spPr bwMode="auto">
          <a:xfrm flipV="1">
            <a:off x="2062164" y="4856164"/>
            <a:ext cx="700087" cy="376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80" name="AutoShape 160">
            <a:extLst>
              <a:ext uri="{FF2B5EF4-FFF2-40B4-BE49-F238E27FC236}">
                <a16:creationId xmlns:a16="http://schemas.microsoft.com/office/drawing/2014/main" id="{4B2B5EB2-15EB-41A5-B289-34660A6DA164}"/>
              </a:ext>
            </a:extLst>
          </p:cNvPr>
          <p:cNvCxnSpPr>
            <a:cxnSpLocks noChangeShapeType="1"/>
            <a:stCxn id="107674" idx="6"/>
            <a:endCxn id="107675" idx="2"/>
          </p:cNvCxnSpPr>
          <p:nvPr/>
        </p:nvCxnSpPr>
        <p:spPr bwMode="auto">
          <a:xfrm>
            <a:off x="3122614" y="4856164"/>
            <a:ext cx="827087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81" name="AutoShape 161">
            <a:extLst>
              <a:ext uri="{FF2B5EF4-FFF2-40B4-BE49-F238E27FC236}">
                <a16:creationId xmlns:a16="http://schemas.microsoft.com/office/drawing/2014/main" id="{FD22A2A3-C7BF-489C-A660-EBA38894AC3C}"/>
              </a:ext>
            </a:extLst>
          </p:cNvPr>
          <p:cNvCxnSpPr>
            <a:cxnSpLocks noChangeShapeType="1"/>
            <a:stCxn id="107674" idx="3"/>
            <a:endCxn id="107676" idx="1"/>
          </p:cNvCxnSpPr>
          <p:nvPr/>
        </p:nvCxnSpPr>
        <p:spPr bwMode="auto">
          <a:xfrm>
            <a:off x="2814638" y="4983163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82" name="AutoShape 162">
            <a:extLst>
              <a:ext uri="{FF2B5EF4-FFF2-40B4-BE49-F238E27FC236}">
                <a16:creationId xmlns:a16="http://schemas.microsoft.com/office/drawing/2014/main" id="{ADE14A44-92DA-419E-B5D8-A1A35534B76C}"/>
              </a:ext>
            </a:extLst>
          </p:cNvPr>
          <p:cNvCxnSpPr>
            <a:cxnSpLocks noChangeShapeType="1"/>
            <a:stCxn id="107676" idx="7"/>
            <a:endCxn id="107674" idx="5"/>
          </p:cNvCxnSpPr>
          <p:nvPr/>
        </p:nvCxnSpPr>
        <p:spPr bwMode="auto">
          <a:xfrm flipV="1">
            <a:off x="3070225" y="4983163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83" name="AutoShape 163">
            <a:extLst>
              <a:ext uri="{FF2B5EF4-FFF2-40B4-BE49-F238E27FC236}">
                <a16:creationId xmlns:a16="http://schemas.microsoft.com/office/drawing/2014/main" id="{E9D14754-E3AC-4B0C-940C-A697007FDA7A}"/>
              </a:ext>
            </a:extLst>
          </p:cNvPr>
          <p:cNvCxnSpPr>
            <a:cxnSpLocks noChangeShapeType="1"/>
            <a:stCxn id="107673" idx="5"/>
            <a:endCxn id="107676" idx="2"/>
          </p:cNvCxnSpPr>
          <p:nvPr/>
        </p:nvCxnSpPr>
        <p:spPr bwMode="auto">
          <a:xfrm>
            <a:off x="2062164" y="5487988"/>
            <a:ext cx="700087" cy="449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84" name="AutoShape 164">
            <a:extLst>
              <a:ext uri="{FF2B5EF4-FFF2-40B4-BE49-F238E27FC236}">
                <a16:creationId xmlns:a16="http://schemas.microsoft.com/office/drawing/2014/main" id="{657C8013-AE82-4464-AA9E-44DE21AB1519}"/>
              </a:ext>
            </a:extLst>
          </p:cNvPr>
          <p:cNvCxnSpPr>
            <a:cxnSpLocks noChangeShapeType="1"/>
            <a:stCxn id="107676" idx="6"/>
            <a:endCxn id="107678" idx="2"/>
          </p:cNvCxnSpPr>
          <p:nvPr/>
        </p:nvCxnSpPr>
        <p:spPr bwMode="auto">
          <a:xfrm>
            <a:off x="3122614" y="5937250"/>
            <a:ext cx="827087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85" name="AutoShape 165">
            <a:extLst>
              <a:ext uri="{FF2B5EF4-FFF2-40B4-BE49-F238E27FC236}">
                <a16:creationId xmlns:a16="http://schemas.microsoft.com/office/drawing/2014/main" id="{D5C035A9-3442-4C5D-B02E-4DB5B06A645F}"/>
              </a:ext>
            </a:extLst>
          </p:cNvPr>
          <p:cNvCxnSpPr>
            <a:cxnSpLocks noChangeShapeType="1"/>
            <a:stCxn id="107678" idx="0"/>
            <a:endCxn id="107675" idx="4"/>
          </p:cNvCxnSpPr>
          <p:nvPr/>
        </p:nvCxnSpPr>
        <p:spPr bwMode="auto">
          <a:xfrm flipV="1">
            <a:off x="4130675" y="5037139"/>
            <a:ext cx="0" cy="719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86" name="AutoShape 166">
            <a:extLst>
              <a:ext uri="{FF2B5EF4-FFF2-40B4-BE49-F238E27FC236}">
                <a16:creationId xmlns:a16="http://schemas.microsoft.com/office/drawing/2014/main" id="{A4D925F7-3B2A-4C51-AB99-BA52AC385272}"/>
              </a:ext>
            </a:extLst>
          </p:cNvPr>
          <p:cNvCxnSpPr>
            <a:cxnSpLocks noChangeShapeType="1"/>
            <a:stCxn id="107675" idx="3"/>
            <a:endCxn id="107676" idx="7"/>
          </p:cNvCxnSpPr>
          <p:nvPr/>
        </p:nvCxnSpPr>
        <p:spPr bwMode="auto">
          <a:xfrm flipH="1">
            <a:off x="3070226" y="4984751"/>
            <a:ext cx="931863" cy="823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87" name="AutoShape 167">
            <a:extLst>
              <a:ext uri="{FF2B5EF4-FFF2-40B4-BE49-F238E27FC236}">
                <a16:creationId xmlns:a16="http://schemas.microsoft.com/office/drawing/2014/main" id="{4028B4AF-97EF-4D6D-823D-38F3C2A8F8C0}"/>
              </a:ext>
            </a:extLst>
          </p:cNvPr>
          <p:cNvCxnSpPr>
            <a:cxnSpLocks noChangeShapeType="1"/>
            <a:stCxn id="107678" idx="6"/>
            <a:endCxn id="107677" idx="3"/>
          </p:cNvCxnSpPr>
          <p:nvPr/>
        </p:nvCxnSpPr>
        <p:spPr bwMode="auto">
          <a:xfrm flipV="1">
            <a:off x="4310063" y="5524500"/>
            <a:ext cx="736600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688" name="AutoShape 168">
            <a:extLst>
              <a:ext uri="{FF2B5EF4-FFF2-40B4-BE49-F238E27FC236}">
                <a16:creationId xmlns:a16="http://schemas.microsoft.com/office/drawing/2014/main" id="{40A9A6D5-A01C-4E88-8EB8-ECD87DA075E7}"/>
              </a:ext>
            </a:extLst>
          </p:cNvPr>
          <p:cNvCxnSpPr>
            <a:cxnSpLocks noChangeShapeType="1"/>
            <a:stCxn id="107675" idx="6"/>
            <a:endCxn id="107677" idx="1"/>
          </p:cNvCxnSpPr>
          <p:nvPr/>
        </p:nvCxnSpPr>
        <p:spPr bwMode="auto">
          <a:xfrm>
            <a:off x="4310063" y="4857751"/>
            <a:ext cx="736600" cy="411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689" name="Text Box 169">
            <a:extLst>
              <a:ext uri="{FF2B5EF4-FFF2-40B4-BE49-F238E27FC236}">
                <a16:creationId xmlns:a16="http://schemas.microsoft.com/office/drawing/2014/main" id="{19006458-2534-4FC8-B595-582237DEDF8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507457" y="5252244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10</a:t>
            </a:r>
          </a:p>
        </p:txBody>
      </p:sp>
      <p:sp>
        <p:nvSpPr>
          <p:cNvPr id="107690" name="Text Box 170">
            <a:extLst>
              <a:ext uri="{FF2B5EF4-FFF2-40B4-BE49-F238E27FC236}">
                <a16:creationId xmlns:a16="http://schemas.microsoft.com/office/drawing/2014/main" id="{9C2B3675-23B9-4F9E-AFD2-2132ADD44CE2}"/>
              </a:ext>
            </a:extLst>
          </p:cNvPr>
          <p:cNvSpPr txBox="1">
            <a:spLocks noChangeArrowheads="1"/>
          </p:cNvSpPr>
          <p:nvPr/>
        </p:nvSpPr>
        <p:spPr bwMode="auto">
          <a:xfrm rot="20012098">
            <a:off x="2076451" y="4781550"/>
            <a:ext cx="5635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12/16</a:t>
            </a:r>
          </a:p>
        </p:txBody>
      </p:sp>
      <p:sp>
        <p:nvSpPr>
          <p:cNvPr id="107691" name="Text Box 171">
            <a:extLst>
              <a:ext uri="{FF2B5EF4-FFF2-40B4-BE49-F238E27FC236}">
                <a16:creationId xmlns:a16="http://schemas.microsoft.com/office/drawing/2014/main" id="{B0FE7B99-0168-42DE-B026-05F11D801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8513" y="4567239"/>
            <a:ext cx="5635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12/12</a:t>
            </a:r>
          </a:p>
        </p:txBody>
      </p:sp>
      <p:sp>
        <p:nvSpPr>
          <p:cNvPr id="107692" name="Text Box 172">
            <a:extLst>
              <a:ext uri="{FF2B5EF4-FFF2-40B4-BE49-F238E27FC236}">
                <a16:creationId xmlns:a16="http://schemas.microsoft.com/office/drawing/2014/main" id="{5CD3AD45-D82A-41ED-B1B0-9F8F2C700D3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052763" y="5267326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sp>
        <p:nvSpPr>
          <p:cNvPr id="107693" name="Text Box 173">
            <a:extLst>
              <a:ext uri="{FF2B5EF4-FFF2-40B4-BE49-F238E27FC236}">
                <a16:creationId xmlns:a16="http://schemas.microsoft.com/office/drawing/2014/main" id="{4928B100-CAEE-4116-AC23-7EF4FA25A633}"/>
              </a:ext>
            </a:extLst>
          </p:cNvPr>
          <p:cNvSpPr txBox="1">
            <a:spLocks noChangeArrowheads="1"/>
          </p:cNvSpPr>
          <p:nvPr/>
        </p:nvSpPr>
        <p:spPr bwMode="auto">
          <a:xfrm rot="2114577">
            <a:off x="2068513" y="5670550"/>
            <a:ext cx="5635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11/13</a:t>
            </a:r>
          </a:p>
        </p:txBody>
      </p:sp>
      <p:sp>
        <p:nvSpPr>
          <p:cNvPr id="107694" name="Text Box 174">
            <a:extLst>
              <a:ext uri="{FF2B5EF4-FFF2-40B4-BE49-F238E27FC236}">
                <a16:creationId xmlns:a16="http://schemas.microsoft.com/office/drawing/2014/main" id="{51AC7824-EFD1-4311-BE85-6A9A0328AA2C}"/>
              </a:ext>
            </a:extLst>
          </p:cNvPr>
          <p:cNvSpPr txBox="1">
            <a:spLocks noChangeArrowheads="1"/>
          </p:cNvSpPr>
          <p:nvPr/>
        </p:nvSpPr>
        <p:spPr bwMode="auto">
          <a:xfrm rot="19058309">
            <a:off x="3462339" y="5329239"/>
            <a:ext cx="268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9</a:t>
            </a:r>
          </a:p>
        </p:txBody>
      </p:sp>
      <p:sp>
        <p:nvSpPr>
          <p:cNvPr id="107695" name="Text Box 175">
            <a:extLst>
              <a:ext uri="{FF2B5EF4-FFF2-40B4-BE49-F238E27FC236}">
                <a16:creationId xmlns:a16="http://schemas.microsoft.com/office/drawing/2014/main" id="{203D2D25-ACB0-484B-8579-6A8644530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488" y="5899150"/>
            <a:ext cx="5635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11/14</a:t>
            </a:r>
          </a:p>
        </p:txBody>
      </p:sp>
      <p:sp>
        <p:nvSpPr>
          <p:cNvPr id="107696" name="Text Box 176">
            <a:extLst>
              <a:ext uri="{FF2B5EF4-FFF2-40B4-BE49-F238E27FC236}">
                <a16:creationId xmlns:a16="http://schemas.microsoft.com/office/drawing/2014/main" id="{15B2B80C-5D3D-4349-805B-2018DC08A3E1}"/>
              </a:ext>
            </a:extLst>
          </p:cNvPr>
          <p:cNvSpPr txBox="1">
            <a:spLocks noChangeArrowheads="1"/>
          </p:cNvSpPr>
          <p:nvPr/>
        </p:nvSpPr>
        <p:spPr bwMode="auto">
          <a:xfrm rot="1746139">
            <a:off x="4548188" y="4833939"/>
            <a:ext cx="5635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19/20</a:t>
            </a:r>
          </a:p>
        </p:txBody>
      </p:sp>
      <p:sp>
        <p:nvSpPr>
          <p:cNvPr id="107697" name="Text Box 177">
            <a:extLst>
              <a:ext uri="{FF2B5EF4-FFF2-40B4-BE49-F238E27FC236}">
                <a16:creationId xmlns:a16="http://schemas.microsoft.com/office/drawing/2014/main" id="{8CE9A37F-DD2C-4562-AE53-E5AC709ADC1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071938" y="5273676"/>
            <a:ext cx="395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7/7</a:t>
            </a:r>
          </a:p>
        </p:txBody>
      </p:sp>
      <p:sp>
        <p:nvSpPr>
          <p:cNvPr id="107698" name="Text Box 178">
            <a:extLst>
              <a:ext uri="{FF2B5EF4-FFF2-40B4-BE49-F238E27FC236}">
                <a16:creationId xmlns:a16="http://schemas.microsoft.com/office/drawing/2014/main" id="{BD17CB1B-F3FA-4863-8059-9267EE3B0F18}"/>
              </a:ext>
            </a:extLst>
          </p:cNvPr>
          <p:cNvSpPr txBox="1">
            <a:spLocks noChangeArrowheads="1"/>
          </p:cNvSpPr>
          <p:nvPr/>
        </p:nvSpPr>
        <p:spPr bwMode="auto">
          <a:xfrm rot="19835397">
            <a:off x="4597400" y="5681664"/>
            <a:ext cx="395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4/4</a:t>
            </a:r>
          </a:p>
        </p:txBody>
      </p:sp>
      <p:sp>
        <p:nvSpPr>
          <p:cNvPr id="107699" name="Oval 179">
            <a:extLst>
              <a:ext uri="{FF2B5EF4-FFF2-40B4-BE49-F238E27FC236}">
                <a16:creationId xmlns:a16="http://schemas.microsoft.com/office/drawing/2014/main" id="{CF1AFABC-1659-4E26-9CA3-D0577DD62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63" y="324802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</a:p>
        </p:txBody>
      </p:sp>
      <p:sp>
        <p:nvSpPr>
          <p:cNvPr id="107700" name="Oval 180">
            <a:extLst>
              <a:ext uri="{FF2B5EF4-FFF2-40B4-BE49-F238E27FC236}">
                <a16:creationId xmlns:a16="http://schemas.microsoft.com/office/drawing/2014/main" id="{336BCAC5-48F9-4294-A5AA-2DF7AC785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26" y="2743201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1</a:t>
            </a:r>
          </a:p>
        </p:txBody>
      </p:sp>
      <p:sp>
        <p:nvSpPr>
          <p:cNvPr id="107701" name="Oval 181">
            <a:extLst>
              <a:ext uri="{FF2B5EF4-FFF2-40B4-BE49-F238E27FC236}">
                <a16:creationId xmlns:a16="http://schemas.microsoft.com/office/drawing/2014/main" id="{584E056E-F769-4C47-8DF6-6618C20D3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0076" y="2744788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2</a:t>
            </a:r>
          </a:p>
        </p:txBody>
      </p:sp>
      <p:sp>
        <p:nvSpPr>
          <p:cNvPr id="107702" name="Oval 182">
            <a:extLst>
              <a:ext uri="{FF2B5EF4-FFF2-40B4-BE49-F238E27FC236}">
                <a16:creationId xmlns:a16="http://schemas.microsoft.com/office/drawing/2014/main" id="{BC22B4B7-DD44-46C1-B149-CE1520400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26" y="3824288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3</a:t>
            </a:r>
          </a:p>
        </p:txBody>
      </p:sp>
      <p:sp>
        <p:nvSpPr>
          <p:cNvPr id="107703" name="Oval 183">
            <a:extLst>
              <a:ext uri="{FF2B5EF4-FFF2-40B4-BE49-F238E27FC236}">
                <a16:creationId xmlns:a16="http://schemas.microsoft.com/office/drawing/2014/main" id="{446D5C76-DA84-4A38-BB50-46880A0F0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4651" y="3284538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С</a:t>
            </a:r>
          </a:p>
        </p:txBody>
      </p:sp>
      <p:sp>
        <p:nvSpPr>
          <p:cNvPr id="107704" name="Oval 184">
            <a:extLst>
              <a:ext uri="{FF2B5EF4-FFF2-40B4-BE49-F238E27FC236}">
                <a16:creationId xmlns:a16="http://schemas.microsoft.com/office/drawing/2014/main" id="{AB4B9594-E4E6-4536-8512-848573006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0076" y="3824288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4</a:t>
            </a:r>
          </a:p>
        </p:txBody>
      </p:sp>
      <p:cxnSp>
        <p:nvCxnSpPr>
          <p:cNvPr id="107705" name="AutoShape 185">
            <a:extLst>
              <a:ext uri="{FF2B5EF4-FFF2-40B4-BE49-F238E27FC236}">
                <a16:creationId xmlns:a16="http://schemas.microsoft.com/office/drawing/2014/main" id="{6A63B184-505D-43B2-BB66-6FF4D3EE447D}"/>
              </a:ext>
            </a:extLst>
          </p:cNvPr>
          <p:cNvCxnSpPr>
            <a:cxnSpLocks noChangeShapeType="1"/>
            <a:stCxn id="107699" idx="0"/>
            <a:endCxn id="107700" idx="1"/>
          </p:cNvCxnSpPr>
          <p:nvPr/>
        </p:nvCxnSpPr>
        <p:spPr bwMode="auto">
          <a:xfrm flipV="1">
            <a:off x="6205539" y="2795589"/>
            <a:ext cx="879475" cy="4524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06" name="AutoShape 186">
            <a:extLst>
              <a:ext uri="{FF2B5EF4-FFF2-40B4-BE49-F238E27FC236}">
                <a16:creationId xmlns:a16="http://schemas.microsoft.com/office/drawing/2014/main" id="{3F11C80D-E749-4572-BA00-3D37397BF978}"/>
              </a:ext>
            </a:extLst>
          </p:cNvPr>
          <p:cNvCxnSpPr>
            <a:cxnSpLocks noChangeShapeType="1"/>
            <a:stCxn id="107701" idx="2"/>
            <a:endCxn id="107700" idx="6"/>
          </p:cNvCxnSpPr>
          <p:nvPr/>
        </p:nvCxnSpPr>
        <p:spPr bwMode="auto">
          <a:xfrm flipH="1" flipV="1">
            <a:off x="7392989" y="2924175"/>
            <a:ext cx="827087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07" name="AutoShape 187">
            <a:extLst>
              <a:ext uri="{FF2B5EF4-FFF2-40B4-BE49-F238E27FC236}">
                <a16:creationId xmlns:a16="http://schemas.microsoft.com/office/drawing/2014/main" id="{0A114979-A5F6-4D71-AD90-398652F22D3D}"/>
              </a:ext>
            </a:extLst>
          </p:cNvPr>
          <p:cNvCxnSpPr>
            <a:cxnSpLocks noChangeShapeType="1"/>
            <a:stCxn id="107700" idx="3"/>
            <a:endCxn id="107702" idx="1"/>
          </p:cNvCxnSpPr>
          <p:nvPr/>
        </p:nvCxnSpPr>
        <p:spPr bwMode="auto">
          <a:xfrm>
            <a:off x="7085013" y="3051175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08" name="AutoShape 188">
            <a:extLst>
              <a:ext uri="{FF2B5EF4-FFF2-40B4-BE49-F238E27FC236}">
                <a16:creationId xmlns:a16="http://schemas.microsoft.com/office/drawing/2014/main" id="{00B2920F-E02A-4DFD-BC05-AC601C8F3455}"/>
              </a:ext>
            </a:extLst>
          </p:cNvPr>
          <p:cNvCxnSpPr>
            <a:cxnSpLocks noChangeShapeType="1"/>
            <a:stCxn id="107702" idx="7"/>
            <a:endCxn id="107700" idx="5"/>
          </p:cNvCxnSpPr>
          <p:nvPr/>
        </p:nvCxnSpPr>
        <p:spPr bwMode="auto">
          <a:xfrm flipV="1">
            <a:off x="7340600" y="3051175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09" name="AutoShape 189">
            <a:extLst>
              <a:ext uri="{FF2B5EF4-FFF2-40B4-BE49-F238E27FC236}">
                <a16:creationId xmlns:a16="http://schemas.microsoft.com/office/drawing/2014/main" id="{7B331E09-E92A-49BF-B612-5CF23296F9BF}"/>
              </a:ext>
            </a:extLst>
          </p:cNvPr>
          <p:cNvCxnSpPr>
            <a:cxnSpLocks noChangeShapeType="1"/>
            <a:stCxn id="107699" idx="5"/>
            <a:endCxn id="107702" idx="2"/>
          </p:cNvCxnSpPr>
          <p:nvPr/>
        </p:nvCxnSpPr>
        <p:spPr bwMode="auto">
          <a:xfrm>
            <a:off x="6332539" y="3556001"/>
            <a:ext cx="700087" cy="4492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10" name="AutoShape 190">
            <a:extLst>
              <a:ext uri="{FF2B5EF4-FFF2-40B4-BE49-F238E27FC236}">
                <a16:creationId xmlns:a16="http://schemas.microsoft.com/office/drawing/2014/main" id="{80800FFE-B850-4F8D-AEAE-7964AD4BA065}"/>
              </a:ext>
            </a:extLst>
          </p:cNvPr>
          <p:cNvCxnSpPr>
            <a:cxnSpLocks noChangeShapeType="1"/>
            <a:stCxn id="107702" idx="6"/>
            <a:endCxn id="107704" idx="2"/>
          </p:cNvCxnSpPr>
          <p:nvPr/>
        </p:nvCxnSpPr>
        <p:spPr bwMode="auto">
          <a:xfrm>
            <a:off x="7392989" y="4005263"/>
            <a:ext cx="827087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11" name="AutoShape 191">
            <a:extLst>
              <a:ext uri="{FF2B5EF4-FFF2-40B4-BE49-F238E27FC236}">
                <a16:creationId xmlns:a16="http://schemas.microsoft.com/office/drawing/2014/main" id="{7CC7498E-ECC2-45B4-AF7E-CA3F717F56E7}"/>
              </a:ext>
            </a:extLst>
          </p:cNvPr>
          <p:cNvCxnSpPr>
            <a:cxnSpLocks noChangeShapeType="1"/>
            <a:stCxn id="107701" idx="4"/>
            <a:endCxn id="107704" idx="0"/>
          </p:cNvCxnSpPr>
          <p:nvPr/>
        </p:nvCxnSpPr>
        <p:spPr bwMode="auto">
          <a:xfrm>
            <a:off x="8401050" y="3105150"/>
            <a:ext cx="0" cy="7191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12" name="AutoShape 192">
            <a:extLst>
              <a:ext uri="{FF2B5EF4-FFF2-40B4-BE49-F238E27FC236}">
                <a16:creationId xmlns:a16="http://schemas.microsoft.com/office/drawing/2014/main" id="{9074FF8F-3B26-4258-A072-4B264C55053A}"/>
              </a:ext>
            </a:extLst>
          </p:cNvPr>
          <p:cNvCxnSpPr>
            <a:cxnSpLocks noChangeShapeType="1"/>
            <a:stCxn id="107701" idx="3"/>
            <a:endCxn id="107702" idx="7"/>
          </p:cNvCxnSpPr>
          <p:nvPr/>
        </p:nvCxnSpPr>
        <p:spPr bwMode="auto">
          <a:xfrm flipH="1">
            <a:off x="7340601" y="3052763"/>
            <a:ext cx="931863" cy="823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13" name="AutoShape 193">
            <a:extLst>
              <a:ext uri="{FF2B5EF4-FFF2-40B4-BE49-F238E27FC236}">
                <a16:creationId xmlns:a16="http://schemas.microsoft.com/office/drawing/2014/main" id="{40ECCCCD-68E9-4D3B-9185-B0FDF911A4BC}"/>
              </a:ext>
            </a:extLst>
          </p:cNvPr>
          <p:cNvCxnSpPr>
            <a:cxnSpLocks noChangeShapeType="1"/>
            <a:stCxn id="107704" idx="6"/>
            <a:endCxn id="107703" idx="3"/>
          </p:cNvCxnSpPr>
          <p:nvPr/>
        </p:nvCxnSpPr>
        <p:spPr bwMode="auto">
          <a:xfrm flipV="1">
            <a:off x="8580438" y="3592513"/>
            <a:ext cx="736600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14" name="AutoShape 194">
            <a:extLst>
              <a:ext uri="{FF2B5EF4-FFF2-40B4-BE49-F238E27FC236}">
                <a16:creationId xmlns:a16="http://schemas.microsoft.com/office/drawing/2014/main" id="{70F91620-D25F-4010-AA29-E2D7F70D0657}"/>
              </a:ext>
            </a:extLst>
          </p:cNvPr>
          <p:cNvCxnSpPr>
            <a:cxnSpLocks noChangeShapeType="1"/>
            <a:stCxn id="107701" idx="6"/>
            <a:endCxn id="107703" idx="1"/>
          </p:cNvCxnSpPr>
          <p:nvPr/>
        </p:nvCxnSpPr>
        <p:spPr bwMode="auto">
          <a:xfrm>
            <a:off x="8580438" y="2925763"/>
            <a:ext cx="736600" cy="411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715" name="Text Box 195">
            <a:extLst>
              <a:ext uri="{FF2B5EF4-FFF2-40B4-BE49-F238E27FC236}">
                <a16:creationId xmlns:a16="http://schemas.microsoft.com/office/drawing/2014/main" id="{1472DC57-49BC-4A5B-B2B9-475AA1E1D69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777832" y="3320257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10</a:t>
            </a:r>
          </a:p>
        </p:txBody>
      </p:sp>
      <p:sp>
        <p:nvSpPr>
          <p:cNvPr id="107716" name="Text Box 196">
            <a:extLst>
              <a:ext uri="{FF2B5EF4-FFF2-40B4-BE49-F238E27FC236}">
                <a16:creationId xmlns:a16="http://schemas.microsoft.com/office/drawing/2014/main" id="{C3867BDE-C47A-43D4-84DE-BA28C2AF2A9C}"/>
              </a:ext>
            </a:extLst>
          </p:cNvPr>
          <p:cNvSpPr txBox="1">
            <a:spLocks noChangeArrowheads="1"/>
          </p:cNvSpPr>
          <p:nvPr/>
        </p:nvSpPr>
        <p:spPr bwMode="auto">
          <a:xfrm rot="20012098">
            <a:off x="6442075" y="2792414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sp>
        <p:nvSpPr>
          <p:cNvPr id="107717" name="Text Box 197">
            <a:extLst>
              <a:ext uri="{FF2B5EF4-FFF2-40B4-BE49-F238E27FC236}">
                <a16:creationId xmlns:a16="http://schemas.microsoft.com/office/drawing/2014/main" id="{D2DC3B73-7BF8-4381-B6BE-07155DB70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263525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</a:t>
            </a:r>
          </a:p>
        </p:txBody>
      </p:sp>
      <p:sp>
        <p:nvSpPr>
          <p:cNvPr id="107718" name="Text Box 198">
            <a:extLst>
              <a:ext uri="{FF2B5EF4-FFF2-40B4-BE49-F238E27FC236}">
                <a16:creationId xmlns:a16="http://schemas.microsoft.com/office/drawing/2014/main" id="{7CA47FE1-54FF-40DF-A962-46E15FF8BB6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323139" y="3335339"/>
            <a:ext cx="268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sp>
        <p:nvSpPr>
          <p:cNvPr id="107719" name="Text Box 199">
            <a:extLst>
              <a:ext uri="{FF2B5EF4-FFF2-40B4-BE49-F238E27FC236}">
                <a16:creationId xmlns:a16="http://schemas.microsoft.com/office/drawing/2014/main" id="{DF44D87D-673D-49A2-9A04-48EF8891E80F}"/>
              </a:ext>
            </a:extLst>
          </p:cNvPr>
          <p:cNvSpPr txBox="1">
            <a:spLocks noChangeArrowheads="1"/>
          </p:cNvSpPr>
          <p:nvPr/>
        </p:nvSpPr>
        <p:spPr bwMode="auto">
          <a:xfrm rot="2114577">
            <a:off x="6527800" y="3500439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6</a:t>
            </a:r>
          </a:p>
        </p:txBody>
      </p:sp>
      <p:sp>
        <p:nvSpPr>
          <p:cNvPr id="107720" name="Text Box 200">
            <a:extLst>
              <a:ext uri="{FF2B5EF4-FFF2-40B4-BE49-F238E27FC236}">
                <a16:creationId xmlns:a16="http://schemas.microsoft.com/office/drawing/2014/main" id="{080FE37F-9ACE-4818-BACB-D2689A3B576E}"/>
              </a:ext>
            </a:extLst>
          </p:cNvPr>
          <p:cNvSpPr txBox="1">
            <a:spLocks noChangeArrowheads="1"/>
          </p:cNvSpPr>
          <p:nvPr/>
        </p:nvSpPr>
        <p:spPr bwMode="auto">
          <a:xfrm rot="19058309">
            <a:off x="7732714" y="3397250"/>
            <a:ext cx="268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9</a:t>
            </a:r>
          </a:p>
        </p:txBody>
      </p:sp>
      <p:sp>
        <p:nvSpPr>
          <p:cNvPr id="107721" name="Text Box 201">
            <a:extLst>
              <a:ext uri="{FF2B5EF4-FFF2-40B4-BE49-F238E27FC236}">
                <a16:creationId xmlns:a16="http://schemas.microsoft.com/office/drawing/2014/main" id="{47FE9F5E-17A5-4CA6-A552-840BAA32F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0325" y="37528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7</a:t>
            </a:r>
          </a:p>
        </p:txBody>
      </p:sp>
      <p:sp>
        <p:nvSpPr>
          <p:cNvPr id="107722" name="Text Box 202">
            <a:extLst>
              <a:ext uri="{FF2B5EF4-FFF2-40B4-BE49-F238E27FC236}">
                <a16:creationId xmlns:a16="http://schemas.microsoft.com/office/drawing/2014/main" id="{9FB802E4-5748-43BF-B84D-F2C762267D1E}"/>
              </a:ext>
            </a:extLst>
          </p:cNvPr>
          <p:cNvSpPr txBox="1">
            <a:spLocks noChangeArrowheads="1"/>
          </p:cNvSpPr>
          <p:nvPr/>
        </p:nvSpPr>
        <p:spPr bwMode="auto">
          <a:xfrm rot="1746139">
            <a:off x="8926514" y="2901950"/>
            <a:ext cx="268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</a:t>
            </a:r>
          </a:p>
        </p:txBody>
      </p:sp>
      <p:sp>
        <p:nvSpPr>
          <p:cNvPr id="107723" name="Text Box 203">
            <a:extLst>
              <a:ext uri="{FF2B5EF4-FFF2-40B4-BE49-F238E27FC236}">
                <a16:creationId xmlns:a16="http://schemas.microsoft.com/office/drawing/2014/main" id="{8462518A-9ABA-419C-BEBE-6F8DAB93911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404226" y="3405188"/>
            <a:ext cx="268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7</a:t>
            </a:r>
          </a:p>
        </p:txBody>
      </p:sp>
      <p:sp>
        <p:nvSpPr>
          <p:cNvPr id="107724" name="Text Box 204">
            <a:extLst>
              <a:ext uri="{FF2B5EF4-FFF2-40B4-BE49-F238E27FC236}">
                <a16:creationId xmlns:a16="http://schemas.microsoft.com/office/drawing/2014/main" id="{84F81D64-C927-422A-9094-CA9F5741FA1A}"/>
              </a:ext>
            </a:extLst>
          </p:cNvPr>
          <p:cNvSpPr txBox="1">
            <a:spLocks noChangeArrowheads="1"/>
          </p:cNvSpPr>
          <p:nvPr/>
        </p:nvSpPr>
        <p:spPr bwMode="auto">
          <a:xfrm rot="19835397">
            <a:off x="8877300" y="3781425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cxnSp>
        <p:nvCxnSpPr>
          <p:cNvPr id="107725" name="AutoShape 205">
            <a:extLst>
              <a:ext uri="{FF2B5EF4-FFF2-40B4-BE49-F238E27FC236}">
                <a16:creationId xmlns:a16="http://schemas.microsoft.com/office/drawing/2014/main" id="{26CA5DA0-DE80-4216-8428-FAE2F88AE647}"/>
              </a:ext>
            </a:extLst>
          </p:cNvPr>
          <p:cNvCxnSpPr>
            <a:cxnSpLocks noChangeShapeType="1"/>
            <a:stCxn id="107703" idx="2"/>
            <a:endCxn id="107701" idx="5"/>
          </p:cNvCxnSpPr>
          <p:nvPr/>
        </p:nvCxnSpPr>
        <p:spPr bwMode="auto">
          <a:xfrm flipH="1" flipV="1">
            <a:off x="8528050" y="3052763"/>
            <a:ext cx="736600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726" name="Text Box 206">
            <a:extLst>
              <a:ext uri="{FF2B5EF4-FFF2-40B4-BE49-F238E27FC236}">
                <a16:creationId xmlns:a16="http://schemas.microsoft.com/office/drawing/2014/main" id="{CAF7E856-1F7A-4C41-B25B-100B948DB67A}"/>
              </a:ext>
            </a:extLst>
          </p:cNvPr>
          <p:cNvSpPr txBox="1">
            <a:spLocks noChangeArrowheads="1"/>
          </p:cNvSpPr>
          <p:nvPr/>
        </p:nvSpPr>
        <p:spPr bwMode="auto">
          <a:xfrm rot="1746139">
            <a:off x="8675689" y="32258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19</a:t>
            </a:r>
          </a:p>
        </p:txBody>
      </p:sp>
      <p:sp>
        <p:nvSpPr>
          <p:cNvPr id="107727" name="Text Box 207">
            <a:extLst>
              <a:ext uri="{FF2B5EF4-FFF2-40B4-BE49-F238E27FC236}">
                <a16:creationId xmlns:a16="http://schemas.microsoft.com/office/drawing/2014/main" id="{6664FDB2-1FB7-40BB-AA1C-B2E9DEED1EB0}"/>
              </a:ext>
            </a:extLst>
          </p:cNvPr>
          <p:cNvSpPr txBox="1">
            <a:spLocks noChangeArrowheads="1"/>
          </p:cNvSpPr>
          <p:nvPr/>
        </p:nvSpPr>
        <p:spPr bwMode="auto">
          <a:xfrm rot="20012098">
            <a:off x="6551614" y="3081339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</a:t>
            </a:r>
          </a:p>
        </p:txBody>
      </p:sp>
      <p:cxnSp>
        <p:nvCxnSpPr>
          <p:cNvPr id="107728" name="AutoShape 208">
            <a:extLst>
              <a:ext uri="{FF2B5EF4-FFF2-40B4-BE49-F238E27FC236}">
                <a16:creationId xmlns:a16="http://schemas.microsoft.com/office/drawing/2014/main" id="{CC5DE4FC-7C4E-494B-9EE9-1E72BEFD01F9}"/>
              </a:ext>
            </a:extLst>
          </p:cNvPr>
          <p:cNvCxnSpPr>
            <a:cxnSpLocks noChangeShapeType="1"/>
            <a:stCxn id="107700" idx="2"/>
            <a:endCxn id="107699" idx="7"/>
          </p:cNvCxnSpPr>
          <p:nvPr/>
        </p:nvCxnSpPr>
        <p:spPr bwMode="auto">
          <a:xfrm flipH="1">
            <a:off x="6332539" y="2924175"/>
            <a:ext cx="700087" cy="376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29" name="AutoShape 209">
            <a:extLst>
              <a:ext uri="{FF2B5EF4-FFF2-40B4-BE49-F238E27FC236}">
                <a16:creationId xmlns:a16="http://schemas.microsoft.com/office/drawing/2014/main" id="{31FD5C19-1508-4F66-81B4-F6861AEAF9FA}"/>
              </a:ext>
            </a:extLst>
          </p:cNvPr>
          <p:cNvCxnSpPr>
            <a:cxnSpLocks noChangeShapeType="1"/>
            <a:stCxn id="107702" idx="3"/>
            <a:endCxn id="107699" idx="4"/>
          </p:cNvCxnSpPr>
          <p:nvPr/>
        </p:nvCxnSpPr>
        <p:spPr bwMode="auto">
          <a:xfrm flipH="1" flipV="1">
            <a:off x="6205539" y="3608389"/>
            <a:ext cx="87947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730" name="Text Box 210">
            <a:extLst>
              <a:ext uri="{FF2B5EF4-FFF2-40B4-BE49-F238E27FC236}">
                <a16:creationId xmlns:a16="http://schemas.microsoft.com/office/drawing/2014/main" id="{D94263A6-0C0D-49D9-B3A2-41653233F434}"/>
              </a:ext>
            </a:extLst>
          </p:cNvPr>
          <p:cNvSpPr txBox="1">
            <a:spLocks noChangeArrowheads="1"/>
          </p:cNvSpPr>
          <p:nvPr/>
        </p:nvSpPr>
        <p:spPr bwMode="auto">
          <a:xfrm rot="2114577">
            <a:off x="6383339" y="3789364"/>
            <a:ext cx="268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7</a:t>
            </a:r>
          </a:p>
        </p:txBody>
      </p:sp>
      <p:cxnSp>
        <p:nvCxnSpPr>
          <p:cNvPr id="107731" name="AutoShape 211">
            <a:extLst>
              <a:ext uri="{FF2B5EF4-FFF2-40B4-BE49-F238E27FC236}">
                <a16:creationId xmlns:a16="http://schemas.microsoft.com/office/drawing/2014/main" id="{7857BF52-EC5A-4926-BB81-C43F32CC591C}"/>
              </a:ext>
            </a:extLst>
          </p:cNvPr>
          <p:cNvCxnSpPr>
            <a:cxnSpLocks noChangeShapeType="1"/>
            <a:stCxn id="107704" idx="3"/>
            <a:endCxn id="107702" idx="5"/>
          </p:cNvCxnSpPr>
          <p:nvPr/>
        </p:nvCxnSpPr>
        <p:spPr bwMode="auto">
          <a:xfrm flipH="1">
            <a:off x="7340601" y="4132263"/>
            <a:ext cx="9318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732" name="Text Box 212">
            <a:extLst>
              <a:ext uri="{FF2B5EF4-FFF2-40B4-BE49-F238E27FC236}">
                <a16:creationId xmlns:a16="http://schemas.microsoft.com/office/drawing/2014/main" id="{445F64F7-A606-4CAB-B442-57C216A4A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0325" y="4113214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7</a:t>
            </a:r>
          </a:p>
        </p:txBody>
      </p:sp>
      <p:sp>
        <p:nvSpPr>
          <p:cNvPr id="107733" name="Oval 213">
            <a:extLst>
              <a:ext uri="{FF2B5EF4-FFF2-40B4-BE49-F238E27FC236}">
                <a16:creationId xmlns:a16="http://schemas.microsoft.com/office/drawing/2014/main" id="{DADDBD92-493D-47F5-835C-7D3CDC891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63" y="5192713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</a:p>
        </p:txBody>
      </p:sp>
      <p:sp>
        <p:nvSpPr>
          <p:cNvPr id="107734" name="Oval 214">
            <a:extLst>
              <a:ext uri="{FF2B5EF4-FFF2-40B4-BE49-F238E27FC236}">
                <a16:creationId xmlns:a16="http://schemas.microsoft.com/office/drawing/2014/main" id="{270EA978-994D-41D7-A637-FDF6F7CCD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26" y="4687888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1</a:t>
            </a:r>
          </a:p>
        </p:txBody>
      </p:sp>
      <p:sp>
        <p:nvSpPr>
          <p:cNvPr id="107735" name="Oval 215">
            <a:extLst>
              <a:ext uri="{FF2B5EF4-FFF2-40B4-BE49-F238E27FC236}">
                <a16:creationId xmlns:a16="http://schemas.microsoft.com/office/drawing/2014/main" id="{7DB53673-3CE9-4F5E-962B-82D622C3E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0076" y="468947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2</a:t>
            </a:r>
          </a:p>
        </p:txBody>
      </p:sp>
      <p:sp>
        <p:nvSpPr>
          <p:cNvPr id="107736" name="Oval 216">
            <a:extLst>
              <a:ext uri="{FF2B5EF4-FFF2-40B4-BE49-F238E27FC236}">
                <a16:creationId xmlns:a16="http://schemas.microsoft.com/office/drawing/2014/main" id="{3467212A-029A-4F18-ADF7-552558D1B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26" y="576897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3</a:t>
            </a:r>
          </a:p>
        </p:txBody>
      </p:sp>
      <p:sp>
        <p:nvSpPr>
          <p:cNvPr id="107737" name="Oval 217">
            <a:extLst>
              <a:ext uri="{FF2B5EF4-FFF2-40B4-BE49-F238E27FC236}">
                <a16:creationId xmlns:a16="http://schemas.microsoft.com/office/drawing/2014/main" id="{6EDD424D-9923-439E-B6B0-361344AB6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4651" y="522922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С</a:t>
            </a:r>
          </a:p>
        </p:txBody>
      </p:sp>
      <p:sp>
        <p:nvSpPr>
          <p:cNvPr id="107738" name="Oval 218">
            <a:extLst>
              <a:ext uri="{FF2B5EF4-FFF2-40B4-BE49-F238E27FC236}">
                <a16:creationId xmlns:a16="http://schemas.microsoft.com/office/drawing/2014/main" id="{742178D0-E54A-429B-8937-554E4649B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0076" y="576897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4</a:t>
            </a:r>
          </a:p>
        </p:txBody>
      </p:sp>
      <p:cxnSp>
        <p:nvCxnSpPr>
          <p:cNvPr id="107739" name="AutoShape 219">
            <a:extLst>
              <a:ext uri="{FF2B5EF4-FFF2-40B4-BE49-F238E27FC236}">
                <a16:creationId xmlns:a16="http://schemas.microsoft.com/office/drawing/2014/main" id="{438A877C-E34D-42EB-9BE3-646EA7F5CEAA}"/>
              </a:ext>
            </a:extLst>
          </p:cNvPr>
          <p:cNvCxnSpPr>
            <a:cxnSpLocks noChangeShapeType="1"/>
            <a:stCxn id="107733" idx="0"/>
            <a:endCxn id="107734" idx="1"/>
          </p:cNvCxnSpPr>
          <p:nvPr/>
        </p:nvCxnSpPr>
        <p:spPr bwMode="auto">
          <a:xfrm flipV="1">
            <a:off x="6205539" y="4740275"/>
            <a:ext cx="879475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40" name="AutoShape 220">
            <a:extLst>
              <a:ext uri="{FF2B5EF4-FFF2-40B4-BE49-F238E27FC236}">
                <a16:creationId xmlns:a16="http://schemas.microsoft.com/office/drawing/2014/main" id="{783DCBF6-28E1-47E7-BB33-BF0F210B94FA}"/>
              </a:ext>
            </a:extLst>
          </p:cNvPr>
          <p:cNvCxnSpPr>
            <a:cxnSpLocks noChangeShapeType="1"/>
            <a:stCxn id="107735" idx="2"/>
            <a:endCxn id="107734" idx="6"/>
          </p:cNvCxnSpPr>
          <p:nvPr/>
        </p:nvCxnSpPr>
        <p:spPr bwMode="auto">
          <a:xfrm flipH="1" flipV="1">
            <a:off x="7392989" y="4868864"/>
            <a:ext cx="827087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41" name="AutoShape 221">
            <a:extLst>
              <a:ext uri="{FF2B5EF4-FFF2-40B4-BE49-F238E27FC236}">
                <a16:creationId xmlns:a16="http://schemas.microsoft.com/office/drawing/2014/main" id="{D339AAE5-EDC9-493C-8CBA-BDAF1206DD8A}"/>
              </a:ext>
            </a:extLst>
          </p:cNvPr>
          <p:cNvCxnSpPr>
            <a:cxnSpLocks noChangeShapeType="1"/>
            <a:stCxn id="107734" idx="3"/>
            <a:endCxn id="107736" idx="1"/>
          </p:cNvCxnSpPr>
          <p:nvPr/>
        </p:nvCxnSpPr>
        <p:spPr bwMode="auto">
          <a:xfrm>
            <a:off x="7085013" y="4995863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42" name="AutoShape 222">
            <a:extLst>
              <a:ext uri="{FF2B5EF4-FFF2-40B4-BE49-F238E27FC236}">
                <a16:creationId xmlns:a16="http://schemas.microsoft.com/office/drawing/2014/main" id="{8C22D88F-A505-416E-908F-887DE7326E86}"/>
              </a:ext>
            </a:extLst>
          </p:cNvPr>
          <p:cNvCxnSpPr>
            <a:cxnSpLocks noChangeShapeType="1"/>
            <a:stCxn id="107736" idx="7"/>
            <a:endCxn id="107734" idx="5"/>
          </p:cNvCxnSpPr>
          <p:nvPr/>
        </p:nvCxnSpPr>
        <p:spPr bwMode="auto">
          <a:xfrm flipV="1">
            <a:off x="7340600" y="4995863"/>
            <a:ext cx="0" cy="825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43" name="AutoShape 223">
            <a:extLst>
              <a:ext uri="{FF2B5EF4-FFF2-40B4-BE49-F238E27FC236}">
                <a16:creationId xmlns:a16="http://schemas.microsoft.com/office/drawing/2014/main" id="{D9E2277B-A3E4-432B-AEFD-606A1CA5C867}"/>
              </a:ext>
            </a:extLst>
          </p:cNvPr>
          <p:cNvCxnSpPr>
            <a:cxnSpLocks noChangeShapeType="1"/>
            <a:stCxn id="107733" idx="5"/>
            <a:endCxn id="107736" idx="2"/>
          </p:cNvCxnSpPr>
          <p:nvPr/>
        </p:nvCxnSpPr>
        <p:spPr bwMode="auto">
          <a:xfrm>
            <a:off x="6332539" y="5500688"/>
            <a:ext cx="700087" cy="449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44" name="AutoShape 224">
            <a:extLst>
              <a:ext uri="{FF2B5EF4-FFF2-40B4-BE49-F238E27FC236}">
                <a16:creationId xmlns:a16="http://schemas.microsoft.com/office/drawing/2014/main" id="{33C31FD9-38AB-4BB0-93FE-E7901765C626}"/>
              </a:ext>
            </a:extLst>
          </p:cNvPr>
          <p:cNvCxnSpPr>
            <a:cxnSpLocks noChangeShapeType="1"/>
            <a:stCxn id="107736" idx="6"/>
            <a:endCxn id="107738" idx="2"/>
          </p:cNvCxnSpPr>
          <p:nvPr/>
        </p:nvCxnSpPr>
        <p:spPr bwMode="auto">
          <a:xfrm>
            <a:off x="7392989" y="5949950"/>
            <a:ext cx="827087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45" name="AutoShape 225">
            <a:extLst>
              <a:ext uri="{FF2B5EF4-FFF2-40B4-BE49-F238E27FC236}">
                <a16:creationId xmlns:a16="http://schemas.microsoft.com/office/drawing/2014/main" id="{0C2BFE78-1348-44B0-9D99-4FB4C2A3D40B}"/>
              </a:ext>
            </a:extLst>
          </p:cNvPr>
          <p:cNvCxnSpPr>
            <a:cxnSpLocks noChangeShapeType="1"/>
            <a:stCxn id="107735" idx="4"/>
            <a:endCxn id="107738" idx="0"/>
          </p:cNvCxnSpPr>
          <p:nvPr/>
        </p:nvCxnSpPr>
        <p:spPr bwMode="auto">
          <a:xfrm>
            <a:off x="8401050" y="5049839"/>
            <a:ext cx="0" cy="719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46" name="AutoShape 226">
            <a:extLst>
              <a:ext uri="{FF2B5EF4-FFF2-40B4-BE49-F238E27FC236}">
                <a16:creationId xmlns:a16="http://schemas.microsoft.com/office/drawing/2014/main" id="{9ACEB817-D860-4189-81C9-6466C553185F}"/>
              </a:ext>
            </a:extLst>
          </p:cNvPr>
          <p:cNvCxnSpPr>
            <a:cxnSpLocks noChangeShapeType="1"/>
            <a:stCxn id="107735" idx="3"/>
            <a:endCxn id="107736" idx="7"/>
          </p:cNvCxnSpPr>
          <p:nvPr/>
        </p:nvCxnSpPr>
        <p:spPr bwMode="auto">
          <a:xfrm flipH="1">
            <a:off x="7340601" y="4997451"/>
            <a:ext cx="931863" cy="823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47" name="AutoShape 227">
            <a:extLst>
              <a:ext uri="{FF2B5EF4-FFF2-40B4-BE49-F238E27FC236}">
                <a16:creationId xmlns:a16="http://schemas.microsoft.com/office/drawing/2014/main" id="{92ECD4C6-7B45-4A0B-8EED-261ED7DBDF02}"/>
              </a:ext>
            </a:extLst>
          </p:cNvPr>
          <p:cNvCxnSpPr>
            <a:cxnSpLocks noChangeShapeType="1"/>
            <a:stCxn id="107737" idx="3"/>
            <a:endCxn id="107738" idx="6"/>
          </p:cNvCxnSpPr>
          <p:nvPr/>
        </p:nvCxnSpPr>
        <p:spPr bwMode="auto">
          <a:xfrm flipH="1">
            <a:off x="8580438" y="5537200"/>
            <a:ext cx="736600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48" name="AutoShape 228">
            <a:extLst>
              <a:ext uri="{FF2B5EF4-FFF2-40B4-BE49-F238E27FC236}">
                <a16:creationId xmlns:a16="http://schemas.microsoft.com/office/drawing/2014/main" id="{2D764005-80B4-407B-B495-695891BD9B69}"/>
              </a:ext>
            </a:extLst>
          </p:cNvPr>
          <p:cNvCxnSpPr>
            <a:cxnSpLocks noChangeShapeType="1"/>
            <a:stCxn id="107735" idx="6"/>
            <a:endCxn id="107737" idx="1"/>
          </p:cNvCxnSpPr>
          <p:nvPr/>
        </p:nvCxnSpPr>
        <p:spPr bwMode="auto">
          <a:xfrm>
            <a:off x="8580438" y="4870451"/>
            <a:ext cx="736600" cy="411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749" name="Text Box 229">
            <a:extLst>
              <a:ext uri="{FF2B5EF4-FFF2-40B4-BE49-F238E27FC236}">
                <a16:creationId xmlns:a16="http://schemas.microsoft.com/office/drawing/2014/main" id="{AC0709B6-0789-4567-878E-FB46F2B0D0D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777832" y="5264944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10</a:t>
            </a:r>
          </a:p>
        </p:txBody>
      </p:sp>
      <p:sp>
        <p:nvSpPr>
          <p:cNvPr id="107750" name="Text Box 230">
            <a:extLst>
              <a:ext uri="{FF2B5EF4-FFF2-40B4-BE49-F238E27FC236}">
                <a16:creationId xmlns:a16="http://schemas.microsoft.com/office/drawing/2014/main" id="{AD04C972-32A0-4EB6-A9AB-63A8EA145302}"/>
              </a:ext>
            </a:extLst>
          </p:cNvPr>
          <p:cNvSpPr txBox="1">
            <a:spLocks noChangeArrowheads="1"/>
          </p:cNvSpPr>
          <p:nvPr/>
        </p:nvSpPr>
        <p:spPr bwMode="auto">
          <a:xfrm rot="20012098">
            <a:off x="6442075" y="473710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sp>
        <p:nvSpPr>
          <p:cNvPr id="107751" name="Text Box 231">
            <a:extLst>
              <a:ext uri="{FF2B5EF4-FFF2-40B4-BE49-F238E27FC236}">
                <a16:creationId xmlns:a16="http://schemas.microsoft.com/office/drawing/2014/main" id="{D99F3532-0CC5-409F-9067-FC3A36E3A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4579939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</a:t>
            </a:r>
          </a:p>
        </p:txBody>
      </p:sp>
      <p:sp>
        <p:nvSpPr>
          <p:cNvPr id="107752" name="Text Box 232">
            <a:extLst>
              <a:ext uri="{FF2B5EF4-FFF2-40B4-BE49-F238E27FC236}">
                <a16:creationId xmlns:a16="http://schemas.microsoft.com/office/drawing/2014/main" id="{979EB4CC-01F3-41E7-BED7-07F692270C6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323138" y="5280026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sp>
        <p:nvSpPr>
          <p:cNvPr id="107753" name="Text Box 233">
            <a:extLst>
              <a:ext uri="{FF2B5EF4-FFF2-40B4-BE49-F238E27FC236}">
                <a16:creationId xmlns:a16="http://schemas.microsoft.com/office/drawing/2014/main" id="{AEC6F9C6-9ADA-4529-8B0E-1D6735AB0907}"/>
              </a:ext>
            </a:extLst>
          </p:cNvPr>
          <p:cNvSpPr txBox="1">
            <a:spLocks noChangeArrowheads="1"/>
          </p:cNvSpPr>
          <p:nvPr/>
        </p:nvSpPr>
        <p:spPr bwMode="auto">
          <a:xfrm rot="2114577">
            <a:off x="6527800" y="5445125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sp>
        <p:nvSpPr>
          <p:cNvPr id="107754" name="Text Box 234">
            <a:extLst>
              <a:ext uri="{FF2B5EF4-FFF2-40B4-BE49-F238E27FC236}">
                <a16:creationId xmlns:a16="http://schemas.microsoft.com/office/drawing/2014/main" id="{008E6C78-2E7B-41D5-9A27-C50812A343BF}"/>
              </a:ext>
            </a:extLst>
          </p:cNvPr>
          <p:cNvSpPr txBox="1">
            <a:spLocks noChangeArrowheads="1"/>
          </p:cNvSpPr>
          <p:nvPr/>
        </p:nvSpPr>
        <p:spPr bwMode="auto">
          <a:xfrm rot="19058309">
            <a:off x="7732714" y="5341939"/>
            <a:ext cx="268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9</a:t>
            </a:r>
          </a:p>
        </p:txBody>
      </p:sp>
      <p:sp>
        <p:nvSpPr>
          <p:cNvPr id="107755" name="Text Box 235">
            <a:extLst>
              <a:ext uri="{FF2B5EF4-FFF2-40B4-BE49-F238E27FC236}">
                <a16:creationId xmlns:a16="http://schemas.microsoft.com/office/drawing/2014/main" id="{0A49AC9F-6C8B-4849-A0F4-A9E4FA53D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0325" y="5697539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3</a:t>
            </a:r>
          </a:p>
        </p:txBody>
      </p:sp>
      <p:sp>
        <p:nvSpPr>
          <p:cNvPr id="107756" name="Text Box 236">
            <a:extLst>
              <a:ext uri="{FF2B5EF4-FFF2-40B4-BE49-F238E27FC236}">
                <a16:creationId xmlns:a16="http://schemas.microsoft.com/office/drawing/2014/main" id="{B22E1EB3-3EE6-4930-BFBE-A5123A64D933}"/>
              </a:ext>
            </a:extLst>
          </p:cNvPr>
          <p:cNvSpPr txBox="1">
            <a:spLocks noChangeArrowheads="1"/>
          </p:cNvSpPr>
          <p:nvPr/>
        </p:nvSpPr>
        <p:spPr bwMode="auto">
          <a:xfrm rot="1746139">
            <a:off x="8926514" y="4846639"/>
            <a:ext cx="268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</a:t>
            </a:r>
          </a:p>
        </p:txBody>
      </p:sp>
      <p:sp>
        <p:nvSpPr>
          <p:cNvPr id="107757" name="Text Box 237">
            <a:extLst>
              <a:ext uri="{FF2B5EF4-FFF2-40B4-BE49-F238E27FC236}">
                <a16:creationId xmlns:a16="http://schemas.microsoft.com/office/drawing/2014/main" id="{362AF2BF-3F36-4D66-98E5-A431A010362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404225" y="5349875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7</a:t>
            </a:r>
          </a:p>
        </p:txBody>
      </p:sp>
      <p:sp>
        <p:nvSpPr>
          <p:cNvPr id="107758" name="Text Box 238">
            <a:extLst>
              <a:ext uri="{FF2B5EF4-FFF2-40B4-BE49-F238E27FC236}">
                <a16:creationId xmlns:a16="http://schemas.microsoft.com/office/drawing/2014/main" id="{E871506E-B6E6-4E2F-AD05-EE2737DF0DDC}"/>
              </a:ext>
            </a:extLst>
          </p:cNvPr>
          <p:cNvSpPr txBox="1">
            <a:spLocks noChangeArrowheads="1"/>
          </p:cNvSpPr>
          <p:nvPr/>
        </p:nvSpPr>
        <p:spPr bwMode="auto">
          <a:xfrm rot="19835397">
            <a:off x="8877300" y="5726114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cxnSp>
        <p:nvCxnSpPr>
          <p:cNvPr id="107759" name="AutoShape 239">
            <a:extLst>
              <a:ext uri="{FF2B5EF4-FFF2-40B4-BE49-F238E27FC236}">
                <a16:creationId xmlns:a16="http://schemas.microsoft.com/office/drawing/2014/main" id="{B9452889-A507-43DF-9006-2B060BA8784A}"/>
              </a:ext>
            </a:extLst>
          </p:cNvPr>
          <p:cNvCxnSpPr>
            <a:cxnSpLocks noChangeShapeType="1"/>
            <a:stCxn id="107737" idx="2"/>
            <a:endCxn id="107735" idx="5"/>
          </p:cNvCxnSpPr>
          <p:nvPr/>
        </p:nvCxnSpPr>
        <p:spPr bwMode="auto">
          <a:xfrm flipH="1" flipV="1">
            <a:off x="8528050" y="4997450"/>
            <a:ext cx="736600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760" name="Text Box 240">
            <a:extLst>
              <a:ext uri="{FF2B5EF4-FFF2-40B4-BE49-F238E27FC236}">
                <a16:creationId xmlns:a16="http://schemas.microsoft.com/office/drawing/2014/main" id="{187F6669-4156-42C9-8FED-25E178623754}"/>
              </a:ext>
            </a:extLst>
          </p:cNvPr>
          <p:cNvSpPr txBox="1">
            <a:spLocks noChangeArrowheads="1"/>
          </p:cNvSpPr>
          <p:nvPr/>
        </p:nvSpPr>
        <p:spPr bwMode="auto">
          <a:xfrm rot="1746139">
            <a:off x="8675689" y="5170489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19</a:t>
            </a:r>
          </a:p>
        </p:txBody>
      </p:sp>
      <p:sp>
        <p:nvSpPr>
          <p:cNvPr id="107761" name="Text Box 241">
            <a:extLst>
              <a:ext uri="{FF2B5EF4-FFF2-40B4-BE49-F238E27FC236}">
                <a16:creationId xmlns:a16="http://schemas.microsoft.com/office/drawing/2014/main" id="{9D4EA02A-1DAF-4F47-B28C-C2857087C9D3}"/>
              </a:ext>
            </a:extLst>
          </p:cNvPr>
          <p:cNvSpPr txBox="1">
            <a:spLocks noChangeArrowheads="1"/>
          </p:cNvSpPr>
          <p:nvPr/>
        </p:nvSpPr>
        <p:spPr bwMode="auto">
          <a:xfrm rot="20012098">
            <a:off x="6551614" y="5026025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</a:t>
            </a:r>
          </a:p>
        </p:txBody>
      </p:sp>
      <p:cxnSp>
        <p:nvCxnSpPr>
          <p:cNvPr id="107762" name="AutoShape 242">
            <a:extLst>
              <a:ext uri="{FF2B5EF4-FFF2-40B4-BE49-F238E27FC236}">
                <a16:creationId xmlns:a16="http://schemas.microsoft.com/office/drawing/2014/main" id="{8CB99235-8BA7-4E07-8B45-3F679BA19A2B}"/>
              </a:ext>
            </a:extLst>
          </p:cNvPr>
          <p:cNvCxnSpPr>
            <a:cxnSpLocks noChangeShapeType="1"/>
            <a:stCxn id="107734" idx="2"/>
            <a:endCxn id="107733" idx="7"/>
          </p:cNvCxnSpPr>
          <p:nvPr/>
        </p:nvCxnSpPr>
        <p:spPr bwMode="auto">
          <a:xfrm flipH="1">
            <a:off x="6332539" y="4868864"/>
            <a:ext cx="700087" cy="376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763" name="AutoShape 243">
            <a:extLst>
              <a:ext uri="{FF2B5EF4-FFF2-40B4-BE49-F238E27FC236}">
                <a16:creationId xmlns:a16="http://schemas.microsoft.com/office/drawing/2014/main" id="{56A22DC3-ACA0-4E52-A95E-B367E0A9C397}"/>
              </a:ext>
            </a:extLst>
          </p:cNvPr>
          <p:cNvCxnSpPr>
            <a:cxnSpLocks noChangeShapeType="1"/>
            <a:stCxn id="107736" idx="3"/>
            <a:endCxn id="107733" idx="4"/>
          </p:cNvCxnSpPr>
          <p:nvPr/>
        </p:nvCxnSpPr>
        <p:spPr bwMode="auto">
          <a:xfrm flipH="1" flipV="1">
            <a:off x="6205539" y="5553076"/>
            <a:ext cx="87947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764" name="Text Box 244">
            <a:extLst>
              <a:ext uri="{FF2B5EF4-FFF2-40B4-BE49-F238E27FC236}">
                <a16:creationId xmlns:a16="http://schemas.microsoft.com/office/drawing/2014/main" id="{95F8878C-1A91-46AE-BD1C-175B1ED81647}"/>
              </a:ext>
            </a:extLst>
          </p:cNvPr>
          <p:cNvSpPr txBox="1">
            <a:spLocks noChangeArrowheads="1"/>
          </p:cNvSpPr>
          <p:nvPr/>
        </p:nvSpPr>
        <p:spPr bwMode="auto">
          <a:xfrm rot="2114577">
            <a:off x="6375401" y="5757864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11</a:t>
            </a:r>
          </a:p>
        </p:txBody>
      </p:sp>
      <p:cxnSp>
        <p:nvCxnSpPr>
          <p:cNvPr id="107765" name="AutoShape 245">
            <a:extLst>
              <a:ext uri="{FF2B5EF4-FFF2-40B4-BE49-F238E27FC236}">
                <a16:creationId xmlns:a16="http://schemas.microsoft.com/office/drawing/2014/main" id="{43DC37AD-FED0-4DDD-BFBF-CD52346E8DD5}"/>
              </a:ext>
            </a:extLst>
          </p:cNvPr>
          <p:cNvCxnSpPr>
            <a:cxnSpLocks noChangeShapeType="1"/>
            <a:stCxn id="107738" idx="3"/>
            <a:endCxn id="107736" idx="5"/>
          </p:cNvCxnSpPr>
          <p:nvPr/>
        </p:nvCxnSpPr>
        <p:spPr bwMode="auto">
          <a:xfrm flipH="1">
            <a:off x="7340601" y="6076950"/>
            <a:ext cx="9318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766" name="Text Box 246">
            <a:extLst>
              <a:ext uri="{FF2B5EF4-FFF2-40B4-BE49-F238E27FC236}">
                <a16:creationId xmlns:a16="http://schemas.microsoft.com/office/drawing/2014/main" id="{2125CB30-FEE0-47AE-AC8D-B41D2A9CA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0326" y="60579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075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075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2000" fill="hold"/>
                                        <p:tgtEl>
                                          <p:spTgt spid="1075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075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1075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1075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2000" fill="hold"/>
                                        <p:tgtEl>
                                          <p:spTgt spid="1076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2" dur="2000" fill="hold"/>
                                        <p:tgtEl>
                                          <p:spTgt spid="1076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2000" fill="hold"/>
                                        <p:tgtEl>
                                          <p:spTgt spid="1076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5" dur="2000" fill="hold"/>
                                        <p:tgtEl>
                                          <p:spTgt spid="1076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2000" fill="hold"/>
                                        <p:tgtEl>
                                          <p:spTgt spid="1076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8" dur="2000" fill="hold"/>
                                        <p:tgtEl>
                                          <p:spTgt spid="1076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2000" fill="hold"/>
                                        <p:tgtEl>
                                          <p:spTgt spid="1076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1" dur="2000" fill="hold"/>
                                        <p:tgtEl>
                                          <p:spTgt spid="1076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2000" fill="hold"/>
                                        <p:tgtEl>
                                          <p:spTgt spid="1076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2000" fill="hold"/>
                                        <p:tgtEl>
                                          <p:spTgt spid="1077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2" dur="2000" fill="hold"/>
                                        <p:tgtEl>
                                          <p:spTgt spid="1077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4" dur="2000" fill="hold"/>
                                        <p:tgtEl>
                                          <p:spTgt spid="1077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5" dur="2000" fill="hold"/>
                                        <p:tgtEl>
                                          <p:spTgt spid="1077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2000" fill="hold"/>
                                        <p:tgtEl>
                                          <p:spTgt spid="1077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8" dur="2000" fill="hold"/>
                                        <p:tgtEl>
                                          <p:spTgt spid="1077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2000" fill="hold"/>
                                        <p:tgtEl>
                                          <p:spTgt spid="1077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 nodeType="clickPar">
                      <p:stCondLst>
                        <p:cond delay="indefinite"/>
                      </p:stCondLst>
                      <p:childTnLst>
                        <p:par>
                          <p:cTn id="2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 nodeType="clickPar">
                      <p:stCondLst>
                        <p:cond delay="indefinite"/>
                      </p:stCondLst>
                      <p:childTnLst>
                        <p:par>
                          <p:cTn id="3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41" grpId="0"/>
      <p:bldP spid="107542" grpId="0"/>
      <p:bldP spid="107547" grpId="0"/>
      <p:bldP spid="107614" grpId="0" animBg="1"/>
      <p:bldP spid="107615" grpId="0" animBg="1"/>
      <p:bldP spid="107616" grpId="0" animBg="1"/>
      <p:bldP spid="107617" grpId="0" animBg="1"/>
      <p:bldP spid="107618" grpId="0" animBg="1"/>
      <p:bldP spid="107619" grpId="0" animBg="1"/>
      <p:bldP spid="107630" grpId="0"/>
      <p:bldP spid="107631" grpId="0"/>
      <p:bldP spid="107632" grpId="0"/>
      <p:bldP spid="107633" grpId="0"/>
      <p:bldP spid="107634" grpId="0"/>
      <p:bldP spid="107635" grpId="0"/>
      <p:bldP spid="107636" grpId="0"/>
      <p:bldP spid="107637" grpId="0"/>
      <p:bldP spid="107638" grpId="0"/>
      <p:bldP spid="107639" grpId="0"/>
      <p:bldP spid="107640" grpId="0"/>
      <p:bldP spid="107641" grpId="0"/>
      <p:bldP spid="107642" grpId="0"/>
      <p:bldP spid="107643" grpId="0" animBg="1"/>
      <p:bldP spid="107644" grpId="0" animBg="1"/>
      <p:bldP spid="107645" grpId="0" animBg="1"/>
      <p:bldP spid="107646" grpId="0" animBg="1"/>
      <p:bldP spid="107647" grpId="0" animBg="1"/>
      <p:bldP spid="107648" grpId="0" animBg="1"/>
      <p:bldP spid="107659" grpId="0"/>
      <p:bldP spid="107660" grpId="0"/>
      <p:bldP spid="107661" grpId="0"/>
      <p:bldP spid="107662" grpId="0"/>
      <p:bldP spid="107663" grpId="0"/>
      <p:bldP spid="107664" grpId="0"/>
      <p:bldP spid="107665" grpId="0"/>
      <p:bldP spid="107666" grpId="0"/>
      <p:bldP spid="107667" grpId="0"/>
      <p:bldP spid="107668" grpId="0"/>
      <p:bldP spid="107670" grpId="0"/>
      <p:bldP spid="107671" grpId="0"/>
      <p:bldP spid="107673" grpId="0" animBg="1"/>
      <p:bldP spid="107674" grpId="0" animBg="1"/>
      <p:bldP spid="107675" grpId="0" animBg="1"/>
      <p:bldP spid="107676" grpId="0" animBg="1"/>
      <p:bldP spid="107677" grpId="0" animBg="1"/>
      <p:bldP spid="107678" grpId="0" animBg="1"/>
      <p:bldP spid="107689" grpId="0"/>
      <p:bldP spid="107690" grpId="0"/>
      <p:bldP spid="107691" grpId="0"/>
      <p:bldP spid="107692" grpId="0"/>
      <p:bldP spid="107693" grpId="0"/>
      <p:bldP spid="107694" grpId="0"/>
      <p:bldP spid="107695" grpId="0"/>
      <p:bldP spid="107696" grpId="0"/>
      <p:bldP spid="107697" grpId="0"/>
      <p:bldP spid="107698" grpId="0"/>
      <p:bldP spid="107699" grpId="0" animBg="1"/>
      <p:bldP spid="107700" grpId="0" animBg="1"/>
      <p:bldP spid="107701" grpId="0" animBg="1"/>
      <p:bldP spid="107702" grpId="0" animBg="1"/>
      <p:bldP spid="107703" grpId="0" animBg="1"/>
      <p:bldP spid="107704" grpId="0" animBg="1"/>
      <p:bldP spid="107715" grpId="0"/>
      <p:bldP spid="107716" grpId="0"/>
      <p:bldP spid="107717" grpId="0"/>
      <p:bldP spid="107718" grpId="0"/>
      <p:bldP spid="107719" grpId="0"/>
      <p:bldP spid="107720" grpId="0"/>
      <p:bldP spid="107721" grpId="0"/>
      <p:bldP spid="107722" grpId="0"/>
      <p:bldP spid="107723" grpId="0"/>
      <p:bldP spid="107724" grpId="0"/>
      <p:bldP spid="107726" grpId="0"/>
      <p:bldP spid="107727" grpId="0"/>
      <p:bldP spid="107730" grpId="0"/>
      <p:bldP spid="107732" grpId="0"/>
      <p:bldP spid="107733" grpId="0" animBg="1"/>
      <p:bldP spid="107734" grpId="0" animBg="1"/>
      <p:bldP spid="107735" grpId="0" animBg="1"/>
      <p:bldP spid="107736" grpId="0" animBg="1"/>
      <p:bldP spid="107737" grpId="0" animBg="1"/>
      <p:bldP spid="107738" grpId="0" animBg="1"/>
      <p:bldP spid="107749" grpId="0"/>
      <p:bldP spid="107750" grpId="0"/>
      <p:bldP spid="107751" grpId="0"/>
      <p:bldP spid="107752" grpId="0"/>
      <p:bldP spid="107753" grpId="0"/>
      <p:bldP spid="107754" grpId="0"/>
      <p:bldP spid="107755" grpId="0"/>
      <p:bldP spid="107756" grpId="0"/>
      <p:bldP spid="107757" grpId="0"/>
      <p:bldP spid="107758" grpId="0"/>
      <p:bldP spid="107760" grpId="0"/>
      <p:bldP spid="107761" grpId="0"/>
      <p:bldP spid="107764" grpId="0"/>
      <p:bldP spid="1077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E2B3DEC3-4062-499C-AF78-9AC05957D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0263" y="333376"/>
            <a:ext cx="6388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/>
              <a:t>Выбор дополняющего пути в методе Форда – </a:t>
            </a:r>
            <a:r>
              <a:rPr lang="ru-RU" altLang="ru-RU" dirty="0" err="1"/>
              <a:t>Фалкерсона</a:t>
            </a:r>
            <a:endParaRPr lang="ru-RU" altLang="ru-RU" dirty="0"/>
          </a:p>
        </p:txBody>
      </p:sp>
      <p:sp>
        <p:nvSpPr>
          <p:cNvPr id="6147" name="Oval 3">
            <a:extLst>
              <a:ext uri="{FF2B5EF4-FFF2-40B4-BE49-F238E27FC236}">
                <a16:creationId xmlns:a16="http://schemas.microsoft.com/office/drawing/2014/main" id="{8208BA6C-ABC8-4CA8-B5FF-87D306462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0263" y="1881188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</a:p>
        </p:txBody>
      </p:sp>
      <p:sp>
        <p:nvSpPr>
          <p:cNvPr id="6148" name="Oval 4">
            <a:extLst>
              <a:ext uri="{FF2B5EF4-FFF2-40B4-BE49-F238E27FC236}">
                <a16:creationId xmlns:a16="http://schemas.microsoft.com/office/drawing/2014/main" id="{1734DA15-0259-4538-A28B-28945E854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6" y="130492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1</a:t>
            </a:r>
          </a:p>
        </p:txBody>
      </p:sp>
      <p:sp>
        <p:nvSpPr>
          <p:cNvPr id="6149" name="Oval 6">
            <a:extLst>
              <a:ext uri="{FF2B5EF4-FFF2-40B4-BE49-F238E27FC236}">
                <a16:creationId xmlns:a16="http://schemas.microsoft.com/office/drawing/2014/main" id="{FE1591AA-DE14-4239-905C-57B9094A1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6" y="2349501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dirty="0"/>
              <a:t>2</a:t>
            </a:r>
          </a:p>
        </p:txBody>
      </p:sp>
      <p:sp>
        <p:nvSpPr>
          <p:cNvPr id="6150" name="Oval 7">
            <a:extLst>
              <a:ext uri="{FF2B5EF4-FFF2-40B4-BE49-F238E27FC236}">
                <a16:creationId xmlns:a16="http://schemas.microsoft.com/office/drawing/2014/main" id="{9936499F-7323-45E4-AFD5-72A172056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6" y="1808163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С</a:t>
            </a:r>
          </a:p>
        </p:txBody>
      </p:sp>
      <p:cxnSp>
        <p:nvCxnSpPr>
          <p:cNvPr id="109577" name="AutoShape 9">
            <a:extLst>
              <a:ext uri="{FF2B5EF4-FFF2-40B4-BE49-F238E27FC236}">
                <a16:creationId xmlns:a16="http://schemas.microsoft.com/office/drawing/2014/main" id="{54D3FA92-14B1-4847-8907-1FC2CC60A367}"/>
              </a:ext>
            </a:extLst>
          </p:cNvPr>
          <p:cNvCxnSpPr>
            <a:cxnSpLocks noChangeShapeType="1"/>
            <a:stCxn id="6147" idx="7"/>
            <a:endCxn id="6148" idx="2"/>
          </p:cNvCxnSpPr>
          <p:nvPr/>
        </p:nvCxnSpPr>
        <p:spPr bwMode="auto">
          <a:xfrm flipV="1">
            <a:off x="2408239" y="1485901"/>
            <a:ext cx="1131887" cy="447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9579" name="AutoShape 11">
            <a:extLst>
              <a:ext uri="{FF2B5EF4-FFF2-40B4-BE49-F238E27FC236}">
                <a16:creationId xmlns:a16="http://schemas.microsoft.com/office/drawing/2014/main" id="{F36BADCB-B0A7-4C10-A225-76272D6CEA1F}"/>
              </a:ext>
            </a:extLst>
          </p:cNvPr>
          <p:cNvCxnSpPr>
            <a:cxnSpLocks noChangeShapeType="1"/>
            <a:stCxn id="6148" idx="4"/>
            <a:endCxn id="6149" idx="0"/>
          </p:cNvCxnSpPr>
          <p:nvPr/>
        </p:nvCxnSpPr>
        <p:spPr bwMode="auto">
          <a:xfrm>
            <a:off x="3721100" y="1665288"/>
            <a:ext cx="0" cy="6842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53" name="AutoShape 13">
            <a:extLst>
              <a:ext uri="{FF2B5EF4-FFF2-40B4-BE49-F238E27FC236}">
                <a16:creationId xmlns:a16="http://schemas.microsoft.com/office/drawing/2014/main" id="{9B2676A0-B6C3-4341-B14D-7C672980EB6B}"/>
              </a:ext>
            </a:extLst>
          </p:cNvPr>
          <p:cNvCxnSpPr>
            <a:cxnSpLocks noChangeShapeType="1"/>
            <a:stCxn id="6147" idx="5"/>
            <a:endCxn id="6149" idx="2"/>
          </p:cNvCxnSpPr>
          <p:nvPr/>
        </p:nvCxnSpPr>
        <p:spPr bwMode="auto">
          <a:xfrm>
            <a:off x="2408239" y="2189163"/>
            <a:ext cx="1131887" cy="3413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9585" name="AutoShape 17">
            <a:extLst>
              <a:ext uri="{FF2B5EF4-FFF2-40B4-BE49-F238E27FC236}">
                <a16:creationId xmlns:a16="http://schemas.microsoft.com/office/drawing/2014/main" id="{23111E49-22DE-4E7F-BA13-775E2C2C34E4}"/>
              </a:ext>
            </a:extLst>
          </p:cNvPr>
          <p:cNvCxnSpPr>
            <a:cxnSpLocks noChangeShapeType="1"/>
            <a:stCxn id="6149" idx="6"/>
            <a:endCxn id="6150" idx="3"/>
          </p:cNvCxnSpPr>
          <p:nvPr/>
        </p:nvCxnSpPr>
        <p:spPr bwMode="auto">
          <a:xfrm flipV="1">
            <a:off x="3900489" y="2116139"/>
            <a:ext cx="1095375" cy="4143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55" name="AutoShape 18">
            <a:extLst>
              <a:ext uri="{FF2B5EF4-FFF2-40B4-BE49-F238E27FC236}">
                <a16:creationId xmlns:a16="http://schemas.microsoft.com/office/drawing/2014/main" id="{F0E34F0A-A0B5-47AD-8E51-150FF4F20694}"/>
              </a:ext>
            </a:extLst>
          </p:cNvPr>
          <p:cNvCxnSpPr>
            <a:cxnSpLocks noChangeShapeType="1"/>
            <a:stCxn id="6148" idx="6"/>
            <a:endCxn id="6150" idx="1"/>
          </p:cNvCxnSpPr>
          <p:nvPr/>
        </p:nvCxnSpPr>
        <p:spPr bwMode="auto">
          <a:xfrm>
            <a:off x="3900489" y="1485900"/>
            <a:ext cx="1095375" cy="3746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9587" name="Text Box 19">
            <a:extLst>
              <a:ext uri="{FF2B5EF4-FFF2-40B4-BE49-F238E27FC236}">
                <a16:creationId xmlns:a16="http://schemas.microsoft.com/office/drawing/2014/main" id="{6CFC38E0-648C-4EB6-9F53-53700EC8397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435350" y="184150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</a:t>
            </a:r>
          </a:p>
        </p:txBody>
      </p:sp>
      <p:sp>
        <p:nvSpPr>
          <p:cNvPr id="6157" name="Text Box 26">
            <a:extLst>
              <a:ext uri="{FF2B5EF4-FFF2-40B4-BE49-F238E27FC236}">
                <a16:creationId xmlns:a16="http://schemas.microsoft.com/office/drawing/2014/main" id="{DDA89D15-AC2E-4396-B737-13E097C562C4}"/>
              </a:ext>
            </a:extLst>
          </p:cNvPr>
          <p:cNvSpPr txBox="1">
            <a:spLocks noChangeArrowheads="1"/>
          </p:cNvSpPr>
          <p:nvPr/>
        </p:nvSpPr>
        <p:spPr bwMode="auto">
          <a:xfrm rot="959753">
            <a:off x="4079875" y="1449389"/>
            <a:ext cx="8588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1 000 000</a:t>
            </a:r>
          </a:p>
        </p:txBody>
      </p:sp>
      <p:sp>
        <p:nvSpPr>
          <p:cNvPr id="6158" name="Text Box 182">
            <a:extLst>
              <a:ext uri="{FF2B5EF4-FFF2-40B4-BE49-F238E27FC236}">
                <a16:creationId xmlns:a16="http://schemas.microsoft.com/office/drawing/2014/main" id="{02434F96-BD9A-4B8E-AD8F-CA0A85242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1675" y="690563"/>
            <a:ext cx="73087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/>
              <a:t>Если выбор дополняющего пути производится не очень удачно, то процедура поиска</a:t>
            </a:r>
            <a:br>
              <a:rPr lang="ru-RU" altLang="ru-RU" sz="1400"/>
            </a:br>
            <a:r>
              <a:rPr lang="ru-RU" altLang="ru-RU" sz="1400"/>
              <a:t>максимального потока может затянуться.</a:t>
            </a:r>
          </a:p>
        </p:txBody>
      </p:sp>
      <p:sp>
        <p:nvSpPr>
          <p:cNvPr id="6159" name="Text Box 183">
            <a:extLst>
              <a:ext uri="{FF2B5EF4-FFF2-40B4-BE49-F238E27FC236}">
                <a16:creationId xmlns:a16="http://schemas.microsoft.com/office/drawing/2014/main" id="{DE1428D2-4E96-4621-9426-D517DFAB5C7B}"/>
              </a:ext>
            </a:extLst>
          </p:cNvPr>
          <p:cNvSpPr txBox="1">
            <a:spLocks noChangeArrowheads="1"/>
          </p:cNvSpPr>
          <p:nvPr/>
        </p:nvSpPr>
        <p:spPr bwMode="auto">
          <a:xfrm rot="959753">
            <a:off x="2495550" y="2349500"/>
            <a:ext cx="8588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1 000 000</a:t>
            </a:r>
          </a:p>
        </p:txBody>
      </p:sp>
      <p:sp>
        <p:nvSpPr>
          <p:cNvPr id="109752" name="Text Box 184">
            <a:extLst>
              <a:ext uri="{FF2B5EF4-FFF2-40B4-BE49-F238E27FC236}">
                <a16:creationId xmlns:a16="http://schemas.microsoft.com/office/drawing/2014/main" id="{D4DF9548-52BA-4C31-BAD5-7A47733C6A65}"/>
              </a:ext>
            </a:extLst>
          </p:cNvPr>
          <p:cNvSpPr txBox="1">
            <a:spLocks noChangeArrowheads="1"/>
          </p:cNvSpPr>
          <p:nvPr/>
        </p:nvSpPr>
        <p:spPr bwMode="auto">
          <a:xfrm rot="20316443">
            <a:off x="4008439" y="2312989"/>
            <a:ext cx="8588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1 000 000</a:t>
            </a:r>
          </a:p>
        </p:txBody>
      </p:sp>
      <p:sp>
        <p:nvSpPr>
          <p:cNvPr id="109753" name="Text Box 185">
            <a:extLst>
              <a:ext uri="{FF2B5EF4-FFF2-40B4-BE49-F238E27FC236}">
                <a16:creationId xmlns:a16="http://schemas.microsoft.com/office/drawing/2014/main" id="{1AFB0596-CA6D-4B08-90C2-F877051C2C24}"/>
              </a:ext>
            </a:extLst>
          </p:cNvPr>
          <p:cNvSpPr txBox="1">
            <a:spLocks noChangeArrowheads="1"/>
          </p:cNvSpPr>
          <p:nvPr/>
        </p:nvSpPr>
        <p:spPr bwMode="auto">
          <a:xfrm rot="20316443">
            <a:off x="2532064" y="1449389"/>
            <a:ext cx="8588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1 000 000</a:t>
            </a:r>
          </a:p>
        </p:txBody>
      </p:sp>
      <p:sp>
        <p:nvSpPr>
          <p:cNvPr id="109754" name="Text Box 186">
            <a:extLst>
              <a:ext uri="{FF2B5EF4-FFF2-40B4-BE49-F238E27FC236}">
                <a16:creationId xmlns:a16="http://schemas.microsoft.com/office/drawing/2014/main" id="{277AF90C-E77B-4DB0-8D86-63630E954880}"/>
              </a:ext>
            </a:extLst>
          </p:cNvPr>
          <p:cNvSpPr txBox="1">
            <a:spLocks noChangeArrowheads="1"/>
          </p:cNvSpPr>
          <p:nvPr/>
        </p:nvSpPr>
        <p:spPr bwMode="auto">
          <a:xfrm rot="20316443">
            <a:off x="2459039" y="1449389"/>
            <a:ext cx="9858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1/1 000 000</a:t>
            </a:r>
          </a:p>
        </p:txBody>
      </p:sp>
      <p:sp>
        <p:nvSpPr>
          <p:cNvPr id="109755" name="Text Box 187">
            <a:extLst>
              <a:ext uri="{FF2B5EF4-FFF2-40B4-BE49-F238E27FC236}">
                <a16:creationId xmlns:a16="http://schemas.microsoft.com/office/drawing/2014/main" id="{ADC98211-6419-4627-A7C8-7FD12A52FB17}"/>
              </a:ext>
            </a:extLst>
          </p:cNvPr>
          <p:cNvSpPr txBox="1">
            <a:spLocks noChangeArrowheads="1"/>
          </p:cNvSpPr>
          <p:nvPr/>
        </p:nvSpPr>
        <p:spPr bwMode="auto">
          <a:xfrm rot="20316443">
            <a:off x="3971925" y="2290764"/>
            <a:ext cx="9858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1/1 000 000</a:t>
            </a:r>
          </a:p>
        </p:txBody>
      </p:sp>
      <p:sp>
        <p:nvSpPr>
          <p:cNvPr id="109756" name="Text Box 188">
            <a:extLst>
              <a:ext uri="{FF2B5EF4-FFF2-40B4-BE49-F238E27FC236}">
                <a16:creationId xmlns:a16="http://schemas.microsoft.com/office/drawing/2014/main" id="{47E28AB8-EEF1-4172-8536-646CCDD8F89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371851" y="1833563"/>
            <a:ext cx="395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1/1</a:t>
            </a:r>
          </a:p>
        </p:txBody>
      </p:sp>
      <p:sp>
        <p:nvSpPr>
          <p:cNvPr id="109757" name="Oval 189">
            <a:extLst>
              <a:ext uri="{FF2B5EF4-FFF2-40B4-BE49-F238E27FC236}">
                <a16:creationId xmlns:a16="http://schemas.microsoft.com/office/drawing/2014/main" id="{D0D3D37D-CFD9-41CE-A9A3-D4E25B31B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63" y="1809751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</a:p>
        </p:txBody>
      </p:sp>
      <p:sp>
        <p:nvSpPr>
          <p:cNvPr id="109758" name="Oval 190">
            <a:extLst>
              <a:ext uri="{FF2B5EF4-FFF2-40B4-BE49-F238E27FC236}">
                <a16:creationId xmlns:a16="http://schemas.microsoft.com/office/drawing/2014/main" id="{B20E7F34-57BD-425E-8779-12D2BA175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26" y="1233488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1</a:t>
            </a:r>
          </a:p>
        </p:txBody>
      </p:sp>
      <p:sp>
        <p:nvSpPr>
          <p:cNvPr id="109759" name="Oval 191">
            <a:extLst>
              <a:ext uri="{FF2B5EF4-FFF2-40B4-BE49-F238E27FC236}">
                <a16:creationId xmlns:a16="http://schemas.microsoft.com/office/drawing/2014/main" id="{B5F90223-2077-441E-A542-F5E43C044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26" y="2278063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2</a:t>
            </a:r>
          </a:p>
        </p:txBody>
      </p:sp>
      <p:sp>
        <p:nvSpPr>
          <p:cNvPr id="109760" name="Oval 192">
            <a:extLst>
              <a:ext uri="{FF2B5EF4-FFF2-40B4-BE49-F238E27FC236}">
                <a16:creationId xmlns:a16="http://schemas.microsoft.com/office/drawing/2014/main" id="{BFD77651-0CC7-4105-BA5D-0EE672F45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7776" y="173672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С</a:t>
            </a:r>
          </a:p>
        </p:txBody>
      </p:sp>
      <p:cxnSp>
        <p:nvCxnSpPr>
          <p:cNvPr id="109761" name="AutoShape 193">
            <a:extLst>
              <a:ext uri="{FF2B5EF4-FFF2-40B4-BE49-F238E27FC236}">
                <a16:creationId xmlns:a16="http://schemas.microsoft.com/office/drawing/2014/main" id="{65AA51BC-1C00-425D-96FD-F6C272363DA4}"/>
              </a:ext>
            </a:extLst>
          </p:cNvPr>
          <p:cNvCxnSpPr>
            <a:cxnSpLocks noChangeShapeType="1"/>
            <a:stCxn id="109757" idx="7"/>
            <a:endCxn id="109758" idx="2"/>
          </p:cNvCxnSpPr>
          <p:nvPr/>
        </p:nvCxnSpPr>
        <p:spPr bwMode="auto">
          <a:xfrm flipV="1">
            <a:off x="6332539" y="1414464"/>
            <a:ext cx="1131887" cy="447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9762" name="AutoShape 194">
            <a:extLst>
              <a:ext uri="{FF2B5EF4-FFF2-40B4-BE49-F238E27FC236}">
                <a16:creationId xmlns:a16="http://schemas.microsoft.com/office/drawing/2014/main" id="{2B67B62C-24DA-4828-AC2A-2630AF3570DF}"/>
              </a:ext>
            </a:extLst>
          </p:cNvPr>
          <p:cNvCxnSpPr>
            <a:cxnSpLocks noChangeShapeType="1"/>
            <a:stCxn id="109759" idx="0"/>
            <a:endCxn id="109758" idx="4"/>
          </p:cNvCxnSpPr>
          <p:nvPr/>
        </p:nvCxnSpPr>
        <p:spPr bwMode="auto">
          <a:xfrm flipV="1">
            <a:off x="7645400" y="1593851"/>
            <a:ext cx="0" cy="6842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9763" name="AutoShape 195">
            <a:extLst>
              <a:ext uri="{FF2B5EF4-FFF2-40B4-BE49-F238E27FC236}">
                <a16:creationId xmlns:a16="http://schemas.microsoft.com/office/drawing/2014/main" id="{9A235877-57DD-4925-B48E-3A575583E93C}"/>
              </a:ext>
            </a:extLst>
          </p:cNvPr>
          <p:cNvCxnSpPr>
            <a:cxnSpLocks noChangeShapeType="1"/>
            <a:stCxn id="109757" idx="5"/>
            <a:endCxn id="109759" idx="2"/>
          </p:cNvCxnSpPr>
          <p:nvPr/>
        </p:nvCxnSpPr>
        <p:spPr bwMode="auto">
          <a:xfrm>
            <a:off x="6332539" y="2117726"/>
            <a:ext cx="1131887" cy="3413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9764" name="AutoShape 196">
            <a:extLst>
              <a:ext uri="{FF2B5EF4-FFF2-40B4-BE49-F238E27FC236}">
                <a16:creationId xmlns:a16="http://schemas.microsoft.com/office/drawing/2014/main" id="{E7958E64-A06C-48CE-833D-3762CC7A8B4E}"/>
              </a:ext>
            </a:extLst>
          </p:cNvPr>
          <p:cNvCxnSpPr>
            <a:cxnSpLocks noChangeShapeType="1"/>
            <a:stCxn id="109759" idx="6"/>
            <a:endCxn id="109760" idx="3"/>
          </p:cNvCxnSpPr>
          <p:nvPr/>
        </p:nvCxnSpPr>
        <p:spPr bwMode="auto">
          <a:xfrm flipV="1">
            <a:off x="7824789" y="2044700"/>
            <a:ext cx="1095375" cy="4143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9765" name="AutoShape 197">
            <a:extLst>
              <a:ext uri="{FF2B5EF4-FFF2-40B4-BE49-F238E27FC236}">
                <a16:creationId xmlns:a16="http://schemas.microsoft.com/office/drawing/2014/main" id="{EE0A04AB-88BC-4002-9068-6AD1710BEE9C}"/>
              </a:ext>
            </a:extLst>
          </p:cNvPr>
          <p:cNvCxnSpPr>
            <a:cxnSpLocks noChangeShapeType="1"/>
            <a:stCxn id="109758" idx="6"/>
            <a:endCxn id="109760" idx="1"/>
          </p:cNvCxnSpPr>
          <p:nvPr/>
        </p:nvCxnSpPr>
        <p:spPr bwMode="auto">
          <a:xfrm>
            <a:off x="7824789" y="1414463"/>
            <a:ext cx="1095375" cy="3746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9766" name="Text Box 198">
            <a:extLst>
              <a:ext uri="{FF2B5EF4-FFF2-40B4-BE49-F238E27FC236}">
                <a16:creationId xmlns:a16="http://schemas.microsoft.com/office/drawing/2014/main" id="{79C4C09A-8B52-4936-B92E-4C2AB483A8A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394575" y="184150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</a:t>
            </a:r>
          </a:p>
        </p:txBody>
      </p:sp>
      <p:sp>
        <p:nvSpPr>
          <p:cNvPr id="109767" name="Text Box 199">
            <a:extLst>
              <a:ext uri="{FF2B5EF4-FFF2-40B4-BE49-F238E27FC236}">
                <a16:creationId xmlns:a16="http://schemas.microsoft.com/office/drawing/2014/main" id="{3B96F0EC-80E1-4B24-9786-69DFDC7832D0}"/>
              </a:ext>
            </a:extLst>
          </p:cNvPr>
          <p:cNvSpPr txBox="1">
            <a:spLocks noChangeArrowheads="1"/>
          </p:cNvSpPr>
          <p:nvPr/>
        </p:nvSpPr>
        <p:spPr bwMode="auto">
          <a:xfrm rot="959753">
            <a:off x="8004175" y="1377950"/>
            <a:ext cx="8588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1 000 000</a:t>
            </a:r>
          </a:p>
        </p:txBody>
      </p:sp>
      <p:sp>
        <p:nvSpPr>
          <p:cNvPr id="109768" name="Text Box 200">
            <a:extLst>
              <a:ext uri="{FF2B5EF4-FFF2-40B4-BE49-F238E27FC236}">
                <a16:creationId xmlns:a16="http://schemas.microsoft.com/office/drawing/2014/main" id="{618088B3-45EF-4B56-B832-013EF620CAFF}"/>
              </a:ext>
            </a:extLst>
          </p:cNvPr>
          <p:cNvSpPr txBox="1">
            <a:spLocks noChangeArrowheads="1"/>
          </p:cNvSpPr>
          <p:nvPr/>
        </p:nvSpPr>
        <p:spPr bwMode="auto">
          <a:xfrm rot="959753">
            <a:off x="6419850" y="2278064"/>
            <a:ext cx="8588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1 000 000</a:t>
            </a:r>
          </a:p>
        </p:txBody>
      </p:sp>
      <p:sp>
        <p:nvSpPr>
          <p:cNvPr id="109769" name="Text Box 201">
            <a:extLst>
              <a:ext uri="{FF2B5EF4-FFF2-40B4-BE49-F238E27FC236}">
                <a16:creationId xmlns:a16="http://schemas.microsoft.com/office/drawing/2014/main" id="{263F3729-B963-4582-8E80-3A299CCB4DCF}"/>
              </a:ext>
            </a:extLst>
          </p:cNvPr>
          <p:cNvSpPr txBox="1">
            <a:spLocks noChangeArrowheads="1"/>
          </p:cNvSpPr>
          <p:nvPr/>
        </p:nvSpPr>
        <p:spPr bwMode="auto">
          <a:xfrm rot="20316443">
            <a:off x="8004175" y="2241550"/>
            <a:ext cx="7318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999 999</a:t>
            </a:r>
          </a:p>
        </p:txBody>
      </p:sp>
      <p:sp>
        <p:nvSpPr>
          <p:cNvPr id="109770" name="Text Box 202">
            <a:extLst>
              <a:ext uri="{FF2B5EF4-FFF2-40B4-BE49-F238E27FC236}">
                <a16:creationId xmlns:a16="http://schemas.microsoft.com/office/drawing/2014/main" id="{2A592DE4-7E21-41C9-A2DD-C5E01BED0D4C}"/>
              </a:ext>
            </a:extLst>
          </p:cNvPr>
          <p:cNvSpPr txBox="1">
            <a:spLocks noChangeArrowheads="1"/>
          </p:cNvSpPr>
          <p:nvPr/>
        </p:nvSpPr>
        <p:spPr bwMode="auto">
          <a:xfrm rot="20316443">
            <a:off x="6459539" y="1400175"/>
            <a:ext cx="7318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999 999</a:t>
            </a:r>
          </a:p>
        </p:txBody>
      </p:sp>
      <p:cxnSp>
        <p:nvCxnSpPr>
          <p:cNvPr id="109774" name="AutoShape 206">
            <a:extLst>
              <a:ext uri="{FF2B5EF4-FFF2-40B4-BE49-F238E27FC236}">
                <a16:creationId xmlns:a16="http://schemas.microsoft.com/office/drawing/2014/main" id="{B38A4BC7-8AE5-4627-BD35-0AB773B84AB7}"/>
              </a:ext>
            </a:extLst>
          </p:cNvPr>
          <p:cNvCxnSpPr>
            <a:cxnSpLocks noChangeShapeType="1"/>
            <a:stCxn id="109758" idx="3"/>
            <a:endCxn id="109757" idx="6"/>
          </p:cNvCxnSpPr>
          <p:nvPr/>
        </p:nvCxnSpPr>
        <p:spPr bwMode="auto">
          <a:xfrm flipH="1">
            <a:off x="6384925" y="1541463"/>
            <a:ext cx="1131888" cy="449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9775" name="AutoShape 207">
            <a:extLst>
              <a:ext uri="{FF2B5EF4-FFF2-40B4-BE49-F238E27FC236}">
                <a16:creationId xmlns:a16="http://schemas.microsoft.com/office/drawing/2014/main" id="{55160D0A-8D26-4558-A23F-BC82D5B8F501}"/>
              </a:ext>
            </a:extLst>
          </p:cNvPr>
          <p:cNvCxnSpPr>
            <a:cxnSpLocks noChangeShapeType="1"/>
            <a:stCxn id="109760" idx="2"/>
            <a:endCxn id="109759" idx="7"/>
          </p:cNvCxnSpPr>
          <p:nvPr/>
        </p:nvCxnSpPr>
        <p:spPr bwMode="auto">
          <a:xfrm flipH="1">
            <a:off x="7772401" y="1917700"/>
            <a:ext cx="1095375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9776" name="Text Box 208">
            <a:extLst>
              <a:ext uri="{FF2B5EF4-FFF2-40B4-BE49-F238E27FC236}">
                <a16:creationId xmlns:a16="http://schemas.microsoft.com/office/drawing/2014/main" id="{07381B4F-79D2-45F1-89E6-E50D72BE26EE}"/>
              </a:ext>
            </a:extLst>
          </p:cNvPr>
          <p:cNvSpPr txBox="1">
            <a:spLocks noChangeArrowheads="1"/>
          </p:cNvSpPr>
          <p:nvPr/>
        </p:nvSpPr>
        <p:spPr bwMode="auto">
          <a:xfrm rot="20316443">
            <a:off x="6904039" y="1749425"/>
            <a:ext cx="268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</a:t>
            </a:r>
          </a:p>
        </p:txBody>
      </p:sp>
      <p:sp>
        <p:nvSpPr>
          <p:cNvPr id="109777" name="Text Box 209">
            <a:extLst>
              <a:ext uri="{FF2B5EF4-FFF2-40B4-BE49-F238E27FC236}">
                <a16:creationId xmlns:a16="http://schemas.microsoft.com/office/drawing/2014/main" id="{DF98EC27-E767-4729-92F2-5AB73381D6E7}"/>
              </a:ext>
            </a:extLst>
          </p:cNvPr>
          <p:cNvSpPr txBox="1">
            <a:spLocks noChangeArrowheads="1"/>
          </p:cNvSpPr>
          <p:nvPr/>
        </p:nvSpPr>
        <p:spPr bwMode="auto">
          <a:xfrm rot="20316443">
            <a:off x="8059739" y="1914525"/>
            <a:ext cx="268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</a:t>
            </a:r>
          </a:p>
        </p:txBody>
      </p:sp>
      <p:sp>
        <p:nvSpPr>
          <p:cNvPr id="109778" name="Oval 210">
            <a:extLst>
              <a:ext uri="{FF2B5EF4-FFF2-40B4-BE49-F238E27FC236}">
                <a16:creationId xmlns:a16="http://schemas.microsoft.com/office/drawing/2014/main" id="{45FD4D5B-9987-42B2-A65F-5B7AA39C7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0263" y="3573463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</a:p>
        </p:txBody>
      </p:sp>
      <p:sp>
        <p:nvSpPr>
          <p:cNvPr id="109779" name="Oval 211">
            <a:extLst>
              <a:ext uri="{FF2B5EF4-FFF2-40B4-BE49-F238E27FC236}">
                <a16:creationId xmlns:a16="http://schemas.microsoft.com/office/drawing/2014/main" id="{FF1010F5-78B7-4869-A9CF-9F384775C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6" y="2997201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1</a:t>
            </a:r>
          </a:p>
        </p:txBody>
      </p:sp>
      <p:sp>
        <p:nvSpPr>
          <p:cNvPr id="109780" name="Oval 212">
            <a:extLst>
              <a:ext uri="{FF2B5EF4-FFF2-40B4-BE49-F238E27FC236}">
                <a16:creationId xmlns:a16="http://schemas.microsoft.com/office/drawing/2014/main" id="{B5B6CB51-30DB-46E4-AD5A-9313A2E30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6" y="404177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2</a:t>
            </a:r>
          </a:p>
        </p:txBody>
      </p:sp>
      <p:sp>
        <p:nvSpPr>
          <p:cNvPr id="109781" name="Oval 213">
            <a:extLst>
              <a:ext uri="{FF2B5EF4-FFF2-40B4-BE49-F238E27FC236}">
                <a16:creationId xmlns:a16="http://schemas.microsoft.com/office/drawing/2014/main" id="{A86E6093-FD01-4B0E-9234-9429012C4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6" y="3500438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С</a:t>
            </a:r>
          </a:p>
        </p:txBody>
      </p:sp>
      <p:cxnSp>
        <p:nvCxnSpPr>
          <p:cNvPr id="109782" name="AutoShape 214">
            <a:extLst>
              <a:ext uri="{FF2B5EF4-FFF2-40B4-BE49-F238E27FC236}">
                <a16:creationId xmlns:a16="http://schemas.microsoft.com/office/drawing/2014/main" id="{71FBD57D-DFB2-499E-ACBC-DEE2F1CCB1C9}"/>
              </a:ext>
            </a:extLst>
          </p:cNvPr>
          <p:cNvCxnSpPr>
            <a:cxnSpLocks noChangeShapeType="1"/>
            <a:stCxn id="109778" idx="7"/>
            <a:endCxn id="109779" idx="2"/>
          </p:cNvCxnSpPr>
          <p:nvPr/>
        </p:nvCxnSpPr>
        <p:spPr bwMode="auto">
          <a:xfrm flipV="1">
            <a:off x="2408239" y="3178176"/>
            <a:ext cx="1131887" cy="447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9783" name="AutoShape 215">
            <a:extLst>
              <a:ext uri="{FF2B5EF4-FFF2-40B4-BE49-F238E27FC236}">
                <a16:creationId xmlns:a16="http://schemas.microsoft.com/office/drawing/2014/main" id="{5E280EAF-483E-423E-8AD9-650786E6EAC7}"/>
              </a:ext>
            </a:extLst>
          </p:cNvPr>
          <p:cNvCxnSpPr>
            <a:cxnSpLocks noChangeShapeType="1"/>
            <a:stCxn id="109779" idx="4"/>
            <a:endCxn id="109780" idx="0"/>
          </p:cNvCxnSpPr>
          <p:nvPr/>
        </p:nvCxnSpPr>
        <p:spPr bwMode="auto">
          <a:xfrm>
            <a:off x="3721100" y="3357563"/>
            <a:ext cx="0" cy="6842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9784" name="AutoShape 216">
            <a:extLst>
              <a:ext uri="{FF2B5EF4-FFF2-40B4-BE49-F238E27FC236}">
                <a16:creationId xmlns:a16="http://schemas.microsoft.com/office/drawing/2014/main" id="{4D2341C8-6225-44E2-ABDE-9A1B39F54796}"/>
              </a:ext>
            </a:extLst>
          </p:cNvPr>
          <p:cNvCxnSpPr>
            <a:cxnSpLocks noChangeShapeType="1"/>
            <a:stCxn id="109778" idx="5"/>
            <a:endCxn id="109780" idx="2"/>
          </p:cNvCxnSpPr>
          <p:nvPr/>
        </p:nvCxnSpPr>
        <p:spPr bwMode="auto">
          <a:xfrm>
            <a:off x="2408239" y="3881438"/>
            <a:ext cx="1131887" cy="3413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9785" name="AutoShape 217">
            <a:extLst>
              <a:ext uri="{FF2B5EF4-FFF2-40B4-BE49-F238E27FC236}">
                <a16:creationId xmlns:a16="http://schemas.microsoft.com/office/drawing/2014/main" id="{C7712148-B07B-45B3-B666-92DB2B601BFD}"/>
              </a:ext>
            </a:extLst>
          </p:cNvPr>
          <p:cNvCxnSpPr>
            <a:cxnSpLocks noChangeShapeType="1"/>
            <a:stCxn id="109780" idx="6"/>
            <a:endCxn id="109781" idx="3"/>
          </p:cNvCxnSpPr>
          <p:nvPr/>
        </p:nvCxnSpPr>
        <p:spPr bwMode="auto">
          <a:xfrm flipV="1">
            <a:off x="3900489" y="3808414"/>
            <a:ext cx="1095375" cy="4143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9786" name="AutoShape 218">
            <a:extLst>
              <a:ext uri="{FF2B5EF4-FFF2-40B4-BE49-F238E27FC236}">
                <a16:creationId xmlns:a16="http://schemas.microsoft.com/office/drawing/2014/main" id="{30347A77-2E2A-4D74-BF45-67134E1D69C7}"/>
              </a:ext>
            </a:extLst>
          </p:cNvPr>
          <p:cNvCxnSpPr>
            <a:cxnSpLocks noChangeShapeType="1"/>
            <a:stCxn id="109779" idx="6"/>
            <a:endCxn id="109781" idx="1"/>
          </p:cNvCxnSpPr>
          <p:nvPr/>
        </p:nvCxnSpPr>
        <p:spPr bwMode="auto">
          <a:xfrm>
            <a:off x="3900489" y="3178175"/>
            <a:ext cx="1095375" cy="3746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9787" name="Text Box 219">
            <a:extLst>
              <a:ext uri="{FF2B5EF4-FFF2-40B4-BE49-F238E27FC236}">
                <a16:creationId xmlns:a16="http://schemas.microsoft.com/office/drawing/2014/main" id="{479F86B2-FA10-4795-8DA4-53AADD2413B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435350" y="3533775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</a:t>
            </a:r>
          </a:p>
        </p:txBody>
      </p:sp>
      <p:sp>
        <p:nvSpPr>
          <p:cNvPr id="109788" name="Text Box 220">
            <a:extLst>
              <a:ext uri="{FF2B5EF4-FFF2-40B4-BE49-F238E27FC236}">
                <a16:creationId xmlns:a16="http://schemas.microsoft.com/office/drawing/2014/main" id="{D20C3030-E51A-49A1-85DD-92EC228B78B4}"/>
              </a:ext>
            </a:extLst>
          </p:cNvPr>
          <p:cNvSpPr txBox="1">
            <a:spLocks noChangeArrowheads="1"/>
          </p:cNvSpPr>
          <p:nvPr/>
        </p:nvSpPr>
        <p:spPr bwMode="auto">
          <a:xfrm rot="959753">
            <a:off x="4008439" y="3105150"/>
            <a:ext cx="9858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1/1 000 000</a:t>
            </a:r>
          </a:p>
        </p:txBody>
      </p:sp>
      <p:sp>
        <p:nvSpPr>
          <p:cNvPr id="109789" name="Text Box 221">
            <a:extLst>
              <a:ext uri="{FF2B5EF4-FFF2-40B4-BE49-F238E27FC236}">
                <a16:creationId xmlns:a16="http://schemas.microsoft.com/office/drawing/2014/main" id="{54A7A88A-C635-4A9A-9BFE-904E50A0C2F4}"/>
              </a:ext>
            </a:extLst>
          </p:cNvPr>
          <p:cNvSpPr txBox="1">
            <a:spLocks noChangeArrowheads="1"/>
          </p:cNvSpPr>
          <p:nvPr/>
        </p:nvSpPr>
        <p:spPr bwMode="auto">
          <a:xfrm rot="959753">
            <a:off x="2492375" y="4059239"/>
            <a:ext cx="9858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1/1 000 000</a:t>
            </a:r>
          </a:p>
        </p:txBody>
      </p:sp>
      <p:sp>
        <p:nvSpPr>
          <p:cNvPr id="109791" name="Text Box 223">
            <a:extLst>
              <a:ext uri="{FF2B5EF4-FFF2-40B4-BE49-F238E27FC236}">
                <a16:creationId xmlns:a16="http://schemas.microsoft.com/office/drawing/2014/main" id="{2DA2E4FA-D531-472E-AC24-0FBCCD212ECD}"/>
              </a:ext>
            </a:extLst>
          </p:cNvPr>
          <p:cNvSpPr txBox="1">
            <a:spLocks noChangeArrowheads="1"/>
          </p:cNvSpPr>
          <p:nvPr/>
        </p:nvSpPr>
        <p:spPr bwMode="auto">
          <a:xfrm rot="20316443">
            <a:off x="2459039" y="3141664"/>
            <a:ext cx="9858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1/1 000 000</a:t>
            </a:r>
          </a:p>
        </p:txBody>
      </p:sp>
      <p:sp>
        <p:nvSpPr>
          <p:cNvPr id="109793" name="Text Box 225">
            <a:extLst>
              <a:ext uri="{FF2B5EF4-FFF2-40B4-BE49-F238E27FC236}">
                <a16:creationId xmlns:a16="http://schemas.microsoft.com/office/drawing/2014/main" id="{A2E1E519-0C5C-40DB-BE43-6C8CDEA8BEE2}"/>
              </a:ext>
            </a:extLst>
          </p:cNvPr>
          <p:cNvSpPr txBox="1">
            <a:spLocks noChangeArrowheads="1"/>
          </p:cNvSpPr>
          <p:nvPr/>
        </p:nvSpPr>
        <p:spPr bwMode="auto">
          <a:xfrm rot="20316443">
            <a:off x="4008439" y="4005264"/>
            <a:ext cx="9858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1/1 000 000</a:t>
            </a:r>
          </a:p>
        </p:txBody>
      </p:sp>
      <p:sp>
        <p:nvSpPr>
          <p:cNvPr id="109795" name="Text Box 227">
            <a:extLst>
              <a:ext uri="{FF2B5EF4-FFF2-40B4-BE49-F238E27FC236}">
                <a16:creationId xmlns:a16="http://schemas.microsoft.com/office/drawing/2014/main" id="{21F8B673-4007-4D0C-8D01-C91D3CD53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9851" y="3465513"/>
            <a:ext cx="32496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/>
              <a:t>и так далее, всего 2 000 000 шагов…</a:t>
            </a:r>
          </a:p>
        </p:txBody>
      </p:sp>
      <p:sp>
        <p:nvSpPr>
          <p:cNvPr id="109796" name="Text Box 228">
            <a:extLst>
              <a:ext uri="{FF2B5EF4-FFF2-40B4-BE49-F238E27FC236}">
                <a16:creationId xmlns:a16="http://schemas.microsoft.com/office/drawing/2014/main" id="{65B52605-0C99-4162-BC3B-197A5029B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1" y="4689475"/>
            <a:ext cx="793935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/>
              <a:t>Можно попробовать искать кратчайший (по числу ребер) дополняющий путь между истоком </a:t>
            </a:r>
            <a:br>
              <a:rPr lang="ru-RU" altLang="ru-RU" sz="1400"/>
            </a:br>
            <a:r>
              <a:rPr lang="ru-RU" altLang="ru-RU" sz="1400"/>
              <a:t>и стоком. Например, с помощью поиска в ширину. Получающийся при этом алгоритм</a:t>
            </a:r>
            <a:br>
              <a:rPr lang="ru-RU" altLang="ru-RU" sz="1400"/>
            </a:br>
            <a:r>
              <a:rPr lang="ru-RU" altLang="ru-RU" sz="1400"/>
              <a:t>(реализация метода Форда – Фалкерсона) называется алгоритмом Эдмондса – Карпа).</a:t>
            </a:r>
          </a:p>
        </p:txBody>
      </p:sp>
      <p:sp>
        <p:nvSpPr>
          <p:cNvPr id="109797" name="Text Box 229">
            <a:extLst>
              <a:ext uri="{FF2B5EF4-FFF2-40B4-BE49-F238E27FC236}">
                <a16:creationId xmlns:a16="http://schemas.microsoft.com/office/drawing/2014/main" id="{9C9EB458-1267-4077-89A7-176269A84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5481639"/>
            <a:ext cx="792691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/>
              <a:t>Можно показать, что в алгоритме Эдмондса – Карпа число шагов ограничено сверху числом</a:t>
            </a:r>
            <a:br>
              <a:rPr lang="ru-RU" altLang="ru-RU" sz="1400"/>
            </a:br>
            <a:r>
              <a:rPr lang="ru-RU" altLang="ru-RU" sz="1400"/>
              <a:t>2</a:t>
            </a:r>
            <a:r>
              <a:rPr lang="en-US" altLang="ru-RU" sz="1400"/>
              <a:t>nm, </a:t>
            </a:r>
            <a:r>
              <a:rPr lang="ru-RU" altLang="ru-RU" sz="1400"/>
              <a:t>где </a:t>
            </a:r>
            <a:r>
              <a:rPr lang="en-US" altLang="ru-RU" sz="1400"/>
              <a:t>m – </a:t>
            </a:r>
            <a:r>
              <a:rPr lang="ru-RU" altLang="ru-RU" sz="1400"/>
              <a:t>число ребер в сети, а </a:t>
            </a:r>
            <a:r>
              <a:rPr lang="en-US" altLang="ru-RU" sz="1400"/>
              <a:t>n – </a:t>
            </a:r>
            <a:r>
              <a:rPr lang="ru-RU" altLang="ru-RU" sz="1400"/>
              <a:t>число вершин. Поскольку поиск в ширину, изменение</a:t>
            </a:r>
            <a:br>
              <a:rPr lang="ru-RU" altLang="ru-RU" sz="1400"/>
            </a:br>
            <a:r>
              <a:rPr lang="ru-RU" altLang="ru-RU" sz="1400"/>
              <a:t>потоков вдоль ребер и построение остаточной сети требуют времени </a:t>
            </a:r>
            <a:r>
              <a:rPr lang="en-US" altLang="ru-RU" sz="1400"/>
              <a:t>O(m), </a:t>
            </a:r>
            <a:r>
              <a:rPr lang="ru-RU" altLang="ru-RU" sz="1400"/>
              <a:t>то общее время</a:t>
            </a:r>
            <a:br>
              <a:rPr lang="ru-RU" altLang="ru-RU" sz="1400"/>
            </a:br>
            <a:r>
              <a:rPr lang="ru-RU" altLang="ru-RU" sz="1400"/>
              <a:t>работы алгоритма можно оценить как </a:t>
            </a:r>
            <a:r>
              <a:rPr lang="en-US" altLang="ru-RU" sz="1400"/>
              <a:t>O(m</a:t>
            </a:r>
            <a:r>
              <a:rPr lang="en-US" altLang="ru-RU" sz="1400" baseline="30000"/>
              <a:t>2</a:t>
            </a:r>
            <a:r>
              <a:rPr lang="en-US" altLang="ru-RU" sz="1400"/>
              <a:t>n).</a:t>
            </a:r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095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095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2000" fill="hold"/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097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1095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1097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1097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1097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2000" fill="hold"/>
                                        <p:tgtEl>
                                          <p:spTgt spid="1097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1" dur="2000" fill="hold"/>
                                        <p:tgtEl>
                                          <p:spTgt spid="1097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2000" fill="hold"/>
                                        <p:tgtEl>
                                          <p:spTgt spid="1097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4" dur="2000" fill="hold"/>
                                        <p:tgtEl>
                                          <p:spTgt spid="1097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000" fill="hold"/>
                                        <p:tgtEl>
                                          <p:spTgt spid="109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2000" fill="hold"/>
                                        <p:tgtEl>
                                          <p:spTgt spid="1097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1" dur="2000" fill="hold"/>
                                        <p:tgtEl>
                                          <p:spTgt spid="1097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2000" fill="hold"/>
                                        <p:tgtEl>
                                          <p:spTgt spid="1097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4" dur="2000" fill="hold"/>
                                        <p:tgtEl>
                                          <p:spTgt spid="1097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2000" fill="hold"/>
                                        <p:tgtEl>
                                          <p:spTgt spid="1097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7" dur="2000" fill="hold"/>
                                        <p:tgtEl>
                                          <p:spTgt spid="1097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" dur="2000" fill="hold"/>
                                        <p:tgtEl>
                                          <p:spTgt spid="1097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87" grpId="0"/>
      <p:bldP spid="109587" grpId="1"/>
      <p:bldP spid="109752" grpId="0"/>
      <p:bldP spid="109753" grpId="0"/>
      <p:bldP spid="109754" grpId="0"/>
      <p:bldP spid="109755" grpId="0"/>
      <p:bldP spid="109756" grpId="0"/>
      <p:bldP spid="109757" grpId="0" animBg="1"/>
      <p:bldP spid="109758" grpId="0" animBg="1"/>
      <p:bldP spid="109759" grpId="0" animBg="1"/>
      <p:bldP spid="109760" grpId="0" animBg="1"/>
      <p:bldP spid="109766" grpId="0"/>
      <p:bldP spid="109766" grpId="1"/>
      <p:bldP spid="109767" grpId="0"/>
      <p:bldP spid="109768" grpId="0"/>
      <p:bldP spid="109769" grpId="0"/>
      <p:bldP spid="109770" grpId="0"/>
      <p:bldP spid="109776" grpId="0"/>
      <p:bldP spid="109777" grpId="0"/>
      <p:bldP spid="109778" grpId="0" animBg="1"/>
      <p:bldP spid="109779" grpId="0" animBg="1"/>
      <p:bldP spid="109780" grpId="0" animBg="1"/>
      <p:bldP spid="109781" grpId="0" animBg="1"/>
      <p:bldP spid="109787" grpId="0"/>
      <p:bldP spid="109787" grpId="1"/>
      <p:bldP spid="109788" grpId="0"/>
      <p:bldP spid="109789" grpId="0"/>
      <p:bldP spid="109791" grpId="0"/>
      <p:bldP spid="109793" grpId="0"/>
      <p:bldP spid="109795" grpId="0"/>
      <p:bldP spid="109796" grpId="0"/>
      <p:bldP spid="10979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96485382-EF9D-41B2-B78D-96510C65D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0264" y="333376"/>
            <a:ext cx="44592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Сеть с несколькими истоками и стоками</a:t>
            </a:r>
          </a:p>
        </p:txBody>
      </p:sp>
      <p:sp>
        <p:nvSpPr>
          <p:cNvPr id="7171" name="Oval 3">
            <a:extLst>
              <a:ext uri="{FF2B5EF4-FFF2-40B4-BE49-F238E27FC236}">
                <a16:creationId xmlns:a16="http://schemas.microsoft.com/office/drawing/2014/main" id="{03EB33C9-442F-4B43-9567-51C3549C6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713" y="2025651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  <a:r>
              <a:rPr lang="ru-RU" altLang="ru-RU" baseline="-25000"/>
              <a:t>1</a:t>
            </a:r>
          </a:p>
        </p:txBody>
      </p:sp>
      <p:sp>
        <p:nvSpPr>
          <p:cNvPr id="7172" name="Oval 4">
            <a:extLst>
              <a:ext uri="{FF2B5EF4-FFF2-40B4-BE49-F238E27FC236}">
                <a16:creationId xmlns:a16="http://schemas.microsoft.com/office/drawing/2014/main" id="{92C31890-43F4-43AD-A7E2-37A8446B6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1576" y="1449388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1</a:t>
            </a:r>
          </a:p>
        </p:txBody>
      </p:sp>
      <p:sp>
        <p:nvSpPr>
          <p:cNvPr id="7173" name="Oval 5">
            <a:extLst>
              <a:ext uri="{FF2B5EF4-FFF2-40B4-BE49-F238E27FC236}">
                <a16:creationId xmlns:a16="http://schemas.microsoft.com/office/drawing/2014/main" id="{29ABF252-8E53-4FF3-882E-14A8B073C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1576" y="2493963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2</a:t>
            </a:r>
          </a:p>
        </p:txBody>
      </p:sp>
      <p:sp>
        <p:nvSpPr>
          <p:cNvPr id="7174" name="Oval 6">
            <a:extLst>
              <a:ext uri="{FF2B5EF4-FFF2-40B4-BE49-F238E27FC236}">
                <a16:creationId xmlns:a16="http://schemas.microsoft.com/office/drawing/2014/main" id="{360FF03A-BB2E-4462-8A4B-C9C1966EF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5401" y="2420938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С</a:t>
            </a:r>
            <a:r>
              <a:rPr lang="ru-RU" altLang="ru-RU" baseline="-25000"/>
              <a:t>1</a:t>
            </a:r>
          </a:p>
        </p:txBody>
      </p:sp>
      <p:cxnSp>
        <p:nvCxnSpPr>
          <p:cNvPr id="7175" name="AutoShape 7">
            <a:extLst>
              <a:ext uri="{FF2B5EF4-FFF2-40B4-BE49-F238E27FC236}">
                <a16:creationId xmlns:a16="http://schemas.microsoft.com/office/drawing/2014/main" id="{F95B8E81-5242-4E7C-9C13-139E211B146C}"/>
              </a:ext>
            </a:extLst>
          </p:cNvPr>
          <p:cNvCxnSpPr>
            <a:cxnSpLocks noChangeShapeType="1"/>
            <a:stCxn id="7171" idx="7"/>
            <a:endCxn id="7172" idx="2"/>
          </p:cNvCxnSpPr>
          <p:nvPr/>
        </p:nvCxnSpPr>
        <p:spPr bwMode="auto">
          <a:xfrm flipV="1">
            <a:off x="3849689" y="1630364"/>
            <a:ext cx="1131887" cy="447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6" name="AutoShape 8">
            <a:extLst>
              <a:ext uri="{FF2B5EF4-FFF2-40B4-BE49-F238E27FC236}">
                <a16:creationId xmlns:a16="http://schemas.microsoft.com/office/drawing/2014/main" id="{C8079F50-1DA8-4F1A-B9A1-31D598344E29}"/>
              </a:ext>
            </a:extLst>
          </p:cNvPr>
          <p:cNvCxnSpPr>
            <a:cxnSpLocks noChangeShapeType="1"/>
            <a:stCxn id="7172" idx="4"/>
            <a:endCxn id="7173" idx="0"/>
          </p:cNvCxnSpPr>
          <p:nvPr/>
        </p:nvCxnSpPr>
        <p:spPr bwMode="auto">
          <a:xfrm>
            <a:off x="5162550" y="1809751"/>
            <a:ext cx="0" cy="6842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7" name="AutoShape 9">
            <a:extLst>
              <a:ext uri="{FF2B5EF4-FFF2-40B4-BE49-F238E27FC236}">
                <a16:creationId xmlns:a16="http://schemas.microsoft.com/office/drawing/2014/main" id="{2D0ABA1E-A0C2-4F0C-A146-49A353363A67}"/>
              </a:ext>
            </a:extLst>
          </p:cNvPr>
          <p:cNvCxnSpPr>
            <a:cxnSpLocks noChangeShapeType="1"/>
            <a:stCxn id="7171" idx="5"/>
            <a:endCxn id="7173" idx="1"/>
          </p:cNvCxnSpPr>
          <p:nvPr/>
        </p:nvCxnSpPr>
        <p:spPr bwMode="auto">
          <a:xfrm>
            <a:off x="3849689" y="2333626"/>
            <a:ext cx="1184275" cy="212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8" name="AutoShape 10">
            <a:extLst>
              <a:ext uri="{FF2B5EF4-FFF2-40B4-BE49-F238E27FC236}">
                <a16:creationId xmlns:a16="http://schemas.microsoft.com/office/drawing/2014/main" id="{A9C21576-FC8F-439B-949A-0BFDAF586DCC}"/>
              </a:ext>
            </a:extLst>
          </p:cNvPr>
          <p:cNvCxnSpPr>
            <a:cxnSpLocks noChangeShapeType="1"/>
            <a:stCxn id="7173" idx="7"/>
            <a:endCxn id="7193" idx="3"/>
          </p:cNvCxnSpPr>
          <p:nvPr/>
        </p:nvCxnSpPr>
        <p:spPr bwMode="auto">
          <a:xfrm flipV="1">
            <a:off x="5289550" y="2225676"/>
            <a:ext cx="1111250" cy="320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9" name="AutoShape 11">
            <a:extLst>
              <a:ext uri="{FF2B5EF4-FFF2-40B4-BE49-F238E27FC236}">
                <a16:creationId xmlns:a16="http://schemas.microsoft.com/office/drawing/2014/main" id="{9EC0D896-B528-4414-A585-3334C30F761D}"/>
              </a:ext>
            </a:extLst>
          </p:cNvPr>
          <p:cNvCxnSpPr>
            <a:cxnSpLocks noChangeShapeType="1"/>
            <a:stCxn id="7172" idx="6"/>
            <a:endCxn id="7193" idx="1"/>
          </p:cNvCxnSpPr>
          <p:nvPr/>
        </p:nvCxnSpPr>
        <p:spPr bwMode="auto">
          <a:xfrm>
            <a:off x="5341938" y="1630364"/>
            <a:ext cx="1058862" cy="339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80" name="Text Box 12">
            <a:extLst>
              <a:ext uri="{FF2B5EF4-FFF2-40B4-BE49-F238E27FC236}">
                <a16:creationId xmlns:a16="http://schemas.microsoft.com/office/drawing/2014/main" id="{7C6CCAC4-3552-47E3-9B61-2555A868E1F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836320" y="1943895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10</a:t>
            </a:r>
          </a:p>
        </p:txBody>
      </p:sp>
      <p:sp>
        <p:nvSpPr>
          <p:cNvPr id="7181" name="Text Box 13">
            <a:extLst>
              <a:ext uri="{FF2B5EF4-FFF2-40B4-BE49-F238E27FC236}">
                <a16:creationId xmlns:a16="http://schemas.microsoft.com/office/drawing/2014/main" id="{AB4D17B0-71B2-4C76-B048-67C90CB99AD1}"/>
              </a:ext>
            </a:extLst>
          </p:cNvPr>
          <p:cNvSpPr txBox="1">
            <a:spLocks noChangeArrowheads="1"/>
          </p:cNvSpPr>
          <p:nvPr/>
        </p:nvSpPr>
        <p:spPr bwMode="auto">
          <a:xfrm rot="959753">
            <a:off x="5772150" y="1520825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3</a:t>
            </a:r>
          </a:p>
        </p:txBody>
      </p:sp>
      <p:sp>
        <p:nvSpPr>
          <p:cNvPr id="7182" name="Text Box 14">
            <a:extLst>
              <a:ext uri="{FF2B5EF4-FFF2-40B4-BE49-F238E27FC236}">
                <a16:creationId xmlns:a16="http://schemas.microsoft.com/office/drawing/2014/main" id="{E758C0B6-8D2C-401C-9C32-BE8447282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1676" y="690563"/>
            <a:ext cx="75174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/>
              <a:t>Если в графе есть несколько истоков и/или несколько стоков, то задача нахождения</a:t>
            </a:r>
            <a:br>
              <a:rPr lang="ru-RU" altLang="ru-RU" sz="1400"/>
            </a:br>
            <a:r>
              <a:rPr lang="ru-RU" altLang="ru-RU" sz="1400"/>
              <a:t>максимального потока в такой сети сводится к задаче с одним истоком и одним стоком.</a:t>
            </a:r>
          </a:p>
        </p:txBody>
      </p:sp>
      <p:sp>
        <p:nvSpPr>
          <p:cNvPr id="7183" name="Text Box 15">
            <a:extLst>
              <a:ext uri="{FF2B5EF4-FFF2-40B4-BE49-F238E27FC236}">
                <a16:creationId xmlns:a16="http://schemas.microsoft.com/office/drawing/2014/main" id="{7BEC0761-65DD-4E5C-9177-6C72BED37E78}"/>
              </a:ext>
            </a:extLst>
          </p:cNvPr>
          <p:cNvSpPr txBox="1">
            <a:spLocks noChangeArrowheads="1"/>
          </p:cNvSpPr>
          <p:nvPr/>
        </p:nvSpPr>
        <p:spPr bwMode="auto">
          <a:xfrm rot="566336">
            <a:off x="4224339" y="2420939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</a:t>
            </a:r>
          </a:p>
        </p:txBody>
      </p:sp>
      <p:sp>
        <p:nvSpPr>
          <p:cNvPr id="7184" name="Text Box 16">
            <a:extLst>
              <a:ext uri="{FF2B5EF4-FFF2-40B4-BE49-F238E27FC236}">
                <a16:creationId xmlns:a16="http://schemas.microsoft.com/office/drawing/2014/main" id="{4612735E-13AD-4174-869A-9FC9BACFB8EE}"/>
              </a:ext>
            </a:extLst>
          </p:cNvPr>
          <p:cNvSpPr txBox="1">
            <a:spLocks noChangeArrowheads="1"/>
          </p:cNvSpPr>
          <p:nvPr/>
        </p:nvSpPr>
        <p:spPr bwMode="auto">
          <a:xfrm rot="20513797">
            <a:off x="5737226" y="23495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21</a:t>
            </a:r>
          </a:p>
        </p:txBody>
      </p:sp>
      <p:sp>
        <p:nvSpPr>
          <p:cNvPr id="7185" name="Text Box 17">
            <a:extLst>
              <a:ext uri="{FF2B5EF4-FFF2-40B4-BE49-F238E27FC236}">
                <a16:creationId xmlns:a16="http://schemas.microsoft.com/office/drawing/2014/main" id="{BB1E94C0-2D9E-4CC8-9E7D-C575FEB3E3E0}"/>
              </a:ext>
            </a:extLst>
          </p:cNvPr>
          <p:cNvSpPr txBox="1">
            <a:spLocks noChangeArrowheads="1"/>
          </p:cNvSpPr>
          <p:nvPr/>
        </p:nvSpPr>
        <p:spPr bwMode="auto">
          <a:xfrm rot="20316443">
            <a:off x="4297364" y="1592264"/>
            <a:ext cx="268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8</a:t>
            </a:r>
          </a:p>
        </p:txBody>
      </p:sp>
      <p:sp>
        <p:nvSpPr>
          <p:cNvPr id="7186" name="Oval 56">
            <a:extLst>
              <a:ext uri="{FF2B5EF4-FFF2-40B4-BE49-F238E27FC236}">
                <a16:creationId xmlns:a16="http://schemas.microsoft.com/office/drawing/2014/main" id="{9914183E-CC8A-4DF5-B7E5-44B535C45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6" y="3103563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  <a:r>
              <a:rPr lang="ru-RU" altLang="ru-RU" baseline="-25000"/>
              <a:t>2</a:t>
            </a:r>
          </a:p>
        </p:txBody>
      </p:sp>
      <p:sp>
        <p:nvSpPr>
          <p:cNvPr id="7187" name="Oval 57">
            <a:extLst>
              <a:ext uri="{FF2B5EF4-FFF2-40B4-BE49-F238E27FC236}">
                <a16:creationId xmlns:a16="http://schemas.microsoft.com/office/drawing/2014/main" id="{373745D3-FCFB-4CA7-8D13-062C1DC7F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6" y="4076701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  <a:r>
              <a:rPr lang="ru-RU" altLang="ru-RU" baseline="-25000"/>
              <a:t>3</a:t>
            </a:r>
          </a:p>
        </p:txBody>
      </p:sp>
      <p:sp>
        <p:nvSpPr>
          <p:cNvPr id="7188" name="Oval 58">
            <a:extLst>
              <a:ext uri="{FF2B5EF4-FFF2-40B4-BE49-F238E27FC236}">
                <a16:creationId xmlns:a16="http://schemas.microsoft.com/office/drawing/2014/main" id="{A85FED5D-9C4E-4E31-A95A-EE1D333CC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1576" y="357187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3</a:t>
            </a:r>
          </a:p>
        </p:txBody>
      </p:sp>
      <p:sp>
        <p:nvSpPr>
          <p:cNvPr id="7189" name="Oval 59">
            <a:extLst>
              <a:ext uri="{FF2B5EF4-FFF2-40B4-BE49-F238E27FC236}">
                <a16:creationId xmlns:a16="http://schemas.microsoft.com/office/drawing/2014/main" id="{E7491881-B652-4A0B-A96D-703B697E6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1576" y="4616451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4</a:t>
            </a:r>
          </a:p>
        </p:txBody>
      </p:sp>
      <p:cxnSp>
        <p:nvCxnSpPr>
          <p:cNvPr id="7190" name="AutoShape 60">
            <a:extLst>
              <a:ext uri="{FF2B5EF4-FFF2-40B4-BE49-F238E27FC236}">
                <a16:creationId xmlns:a16="http://schemas.microsoft.com/office/drawing/2014/main" id="{900BC8AD-DB76-4549-A52E-705B1C3419EF}"/>
              </a:ext>
            </a:extLst>
          </p:cNvPr>
          <p:cNvCxnSpPr>
            <a:cxnSpLocks noChangeShapeType="1"/>
            <a:stCxn id="7188" idx="4"/>
            <a:endCxn id="7189" idx="0"/>
          </p:cNvCxnSpPr>
          <p:nvPr/>
        </p:nvCxnSpPr>
        <p:spPr bwMode="auto">
          <a:xfrm>
            <a:off x="5162550" y="3932238"/>
            <a:ext cx="0" cy="6842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91" name="Text Box 61">
            <a:extLst>
              <a:ext uri="{FF2B5EF4-FFF2-40B4-BE49-F238E27FC236}">
                <a16:creationId xmlns:a16="http://schemas.microsoft.com/office/drawing/2014/main" id="{0A83ABAA-06E8-415C-9387-F6984FD00526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876800" y="41084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4</a:t>
            </a:r>
          </a:p>
        </p:txBody>
      </p:sp>
      <p:sp>
        <p:nvSpPr>
          <p:cNvPr id="7192" name="Oval 62">
            <a:extLst>
              <a:ext uri="{FF2B5EF4-FFF2-40B4-BE49-F238E27FC236}">
                <a16:creationId xmlns:a16="http://schemas.microsoft.com/office/drawing/2014/main" id="{8DFD9D08-0FAF-46DF-B2BE-888824B80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1913" y="3573463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С</a:t>
            </a:r>
            <a:r>
              <a:rPr lang="ru-RU" altLang="ru-RU" baseline="-25000"/>
              <a:t>2</a:t>
            </a:r>
          </a:p>
        </p:txBody>
      </p:sp>
      <p:sp>
        <p:nvSpPr>
          <p:cNvPr id="7193" name="Oval 63">
            <a:extLst>
              <a:ext uri="{FF2B5EF4-FFF2-40B4-BE49-F238E27FC236}">
                <a16:creationId xmlns:a16="http://schemas.microsoft.com/office/drawing/2014/main" id="{70C22BBF-9437-48E1-9FA3-FFE33CD5D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3" y="1917701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5</a:t>
            </a:r>
          </a:p>
        </p:txBody>
      </p:sp>
      <p:sp>
        <p:nvSpPr>
          <p:cNvPr id="7194" name="Oval 64">
            <a:extLst>
              <a:ext uri="{FF2B5EF4-FFF2-40B4-BE49-F238E27FC236}">
                <a16:creationId xmlns:a16="http://schemas.microsoft.com/office/drawing/2014/main" id="{8D46C961-2410-4F1F-82A1-ABEED7C61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3" y="2997201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6</a:t>
            </a:r>
          </a:p>
        </p:txBody>
      </p:sp>
      <p:cxnSp>
        <p:nvCxnSpPr>
          <p:cNvPr id="7195" name="AutoShape 65">
            <a:extLst>
              <a:ext uri="{FF2B5EF4-FFF2-40B4-BE49-F238E27FC236}">
                <a16:creationId xmlns:a16="http://schemas.microsoft.com/office/drawing/2014/main" id="{5C73E60D-50B0-4B53-90FA-DA662ECBE8DC}"/>
              </a:ext>
            </a:extLst>
          </p:cNvPr>
          <p:cNvCxnSpPr>
            <a:cxnSpLocks noChangeShapeType="1"/>
            <a:stCxn id="7193" idx="4"/>
            <a:endCxn id="7194" idx="0"/>
          </p:cNvCxnSpPr>
          <p:nvPr/>
        </p:nvCxnSpPr>
        <p:spPr bwMode="auto">
          <a:xfrm>
            <a:off x="6529388" y="2278064"/>
            <a:ext cx="0" cy="719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96" name="Text Box 66">
            <a:extLst>
              <a:ext uri="{FF2B5EF4-FFF2-40B4-BE49-F238E27FC236}">
                <a16:creationId xmlns:a16="http://schemas.microsoft.com/office/drawing/2014/main" id="{0C6F7D9B-D79B-40A0-B7BE-07A9F88CA5F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203157" y="2410619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11</a:t>
            </a:r>
          </a:p>
        </p:txBody>
      </p:sp>
      <p:sp>
        <p:nvSpPr>
          <p:cNvPr id="7197" name="Oval 67">
            <a:extLst>
              <a:ext uri="{FF2B5EF4-FFF2-40B4-BE49-F238E27FC236}">
                <a16:creationId xmlns:a16="http://schemas.microsoft.com/office/drawing/2014/main" id="{424FE440-DB9A-468A-AF2C-986D62B03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3" y="4113213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7</a:t>
            </a:r>
          </a:p>
        </p:txBody>
      </p:sp>
      <p:cxnSp>
        <p:nvCxnSpPr>
          <p:cNvPr id="7198" name="AutoShape 68">
            <a:extLst>
              <a:ext uri="{FF2B5EF4-FFF2-40B4-BE49-F238E27FC236}">
                <a16:creationId xmlns:a16="http://schemas.microsoft.com/office/drawing/2014/main" id="{FF731D36-C748-467B-A6F1-3A0068ABFE80}"/>
              </a:ext>
            </a:extLst>
          </p:cNvPr>
          <p:cNvCxnSpPr>
            <a:cxnSpLocks noChangeShapeType="1"/>
            <a:stCxn id="7186" idx="7"/>
            <a:endCxn id="7173" idx="3"/>
          </p:cNvCxnSpPr>
          <p:nvPr/>
        </p:nvCxnSpPr>
        <p:spPr bwMode="auto">
          <a:xfrm flipV="1">
            <a:off x="3848101" y="2801938"/>
            <a:ext cx="1185863" cy="3540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99" name="AutoShape 69">
            <a:extLst>
              <a:ext uri="{FF2B5EF4-FFF2-40B4-BE49-F238E27FC236}">
                <a16:creationId xmlns:a16="http://schemas.microsoft.com/office/drawing/2014/main" id="{230B85AD-227F-4B8B-94C0-68A939A281E5}"/>
              </a:ext>
            </a:extLst>
          </p:cNvPr>
          <p:cNvCxnSpPr>
            <a:cxnSpLocks noChangeShapeType="1"/>
            <a:stCxn id="7186" idx="5"/>
            <a:endCxn id="7188" idx="1"/>
          </p:cNvCxnSpPr>
          <p:nvPr/>
        </p:nvCxnSpPr>
        <p:spPr bwMode="auto">
          <a:xfrm>
            <a:off x="3848101" y="3411539"/>
            <a:ext cx="1185863" cy="212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00" name="AutoShape 70">
            <a:extLst>
              <a:ext uri="{FF2B5EF4-FFF2-40B4-BE49-F238E27FC236}">
                <a16:creationId xmlns:a16="http://schemas.microsoft.com/office/drawing/2014/main" id="{BD743C9C-C6EA-407E-B7FE-9D05D2C3907E}"/>
              </a:ext>
            </a:extLst>
          </p:cNvPr>
          <p:cNvCxnSpPr>
            <a:cxnSpLocks noChangeShapeType="1"/>
            <a:stCxn id="7187" idx="7"/>
            <a:endCxn id="7188" idx="3"/>
          </p:cNvCxnSpPr>
          <p:nvPr/>
        </p:nvCxnSpPr>
        <p:spPr bwMode="auto">
          <a:xfrm flipV="1">
            <a:off x="3848101" y="3879850"/>
            <a:ext cx="1185863" cy="249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01" name="AutoShape 71">
            <a:extLst>
              <a:ext uri="{FF2B5EF4-FFF2-40B4-BE49-F238E27FC236}">
                <a16:creationId xmlns:a16="http://schemas.microsoft.com/office/drawing/2014/main" id="{2300706E-2801-43EC-A4E4-83EF9FE08282}"/>
              </a:ext>
            </a:extLst>
          </p:cNvPr>
          <p:cNvCxnSpPr>
            <a:cxnSpLocks noChangeShapeType="1"/>
            <a:stCxn id="7187" idx="5"/>
            <a:endCxn id="7189" idx="2"/>
          </p:cNvCxnSpPr>
          <p:nvPr/>
        </p:nvCxnSpPr>
        <p:spPr bwMode="auto">
          <a:xfrm>
            <a:off x="3848101" y="4384675"/>
            <a:ext cx="1133475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02" name="AutoShape 72">
            <a:extLst>
              <a:ext uri="{FF2B5EF4-FFF2-40B4-BE49-F238E27FC236}">
                <a16:creationId xmlns:a16="http://schemas.microsoft.com/office/drawing/2014/main" id="{26C9192A-9350-4003-B509-A21F2B1098DB}"/>
              </a:ext>
            </a:extLst>
          </p:cNvPr>
          <p:cNvCxnSpPr>
            <a:cxnSpLocks noChangeShapeType="1"/>
            <a:stCxn id="7188" idx="0"/>
            <a:endCxn id="7173" idx="4"/>
          </p:cNvCxnSpPr>
          <p:nvPr/>
        </p:nvCxnSpPr>
        <p:spPr bwMode="auto">
          <a:xfrm flipV="1">
            <a:off x="5162550" y="2854325"/>
            <a:ext cx="0" cy="717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03" name="Text Box 73">
            <a:extLst>
              <a:ext uri="{FF2B5EF4-FFF2-40B4-BE49-F238E27FC236}">
                <a16:creationId xmlns:a16="http://schemas.microsoft.com/office/drawing/2014/main" id="{1A966E82-3E37-4E6A-8545-EDB179F2829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833145" y="3107533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</a:t>
            </a:r>
          </a:p>
        </p:txBody>
      </p:sp>
      <p:cxnSp>
        <p:nvCxnSpPr>
          <p:cNvPr id="7204" name="AutoShape 74">
            <a:extLst>
              <a:ext uri="{FF2B5EF4-FFF2-40B4-BE49-F238E27FC236}">
                <a16:creationId xmlns:a16="http://schemas.microsoft.com/office/drawing/2014/main" id="{E06B86A7-3514-4F77-9AC0-3FA5E5F9C6E4}"/>
              </a:ext>
            </a:extLst>
          </p:cNvPr>
          <p:cNvCxnSpPr>
            <a:cxnSpLocks noChangeShapeType="1"/>
            <a:stCxn id="7173" idx="5"/>
            <a:endCxn id="7194" idx="1"/>
          </p:cNvCxnSpPr>
          <p:nvPr/>
        </p:nvCxnSpPr>
        <p:spPr bwMode="auto">
          <a:xfrm>
            <a:off x="5289550" y="2801938"/>
            <a:ext cx="1111250" cy="2476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05" name="AutoShape 75">
            <a:extLst>
              <a:ext uri="{FF2B5EF4-FFF2-40B4-BE49-F238E27FC236}">
                <a16:creationId xmlns:a16="http://schemas.microsoft.com/office/drawing/2014/main" id="{D6615B8C-31CA-49BA-9D63-1711C5ECC7AB}"/>
              </a:ext>
            </a:extLst>
          </p:cNvPr>
          <p:cNvCxnSpPr>
            <a:cxnSpLocks noChangeShapeType="1"/>
            <a:stCxn id="7188" idx="7"/>
            <a:endCxn id="7194" idx="3"/>
          </p:cNvCxnSpPr>
          <p:nvPr/>
        </p:nvCxnSpPr>
        <p:spPr bwMode="auto">
          <a:xfrm flipV="1">
            <a:off x="5289550" y="3305175"/>
            <a:ext cx="1111250" cy="3190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06" name="AutoShape 76">
            <a:extLst>
              <a:ext uri="{FF2B5EF4-FFF2-40B4-BE49-F238E27FC236}">
                <a16:creationId xmlns:a16="http://schemas.microsoft.com/office/drawing/2014/main" id="{10076577-82D4-4908-B8AF-004112975B52}"/>
              </a:ext>
            </a:extLst>
          </p:cNvPr>
          <p:cNvCxnSpPr>
            <a:cxnSpLocks noChangeShapeType="1"/>
            <a:stCxn id="7188" idx="5"/>
            <a:endCxn id="7197" idx="1"/>
          </p:cNvCxnSpPr>
          <p:nvPr/>
        </p:nvCxnSpPr>
        <p:spPr bwMode="auto">
          <a:xfrm>
            <a:off x="5289550" y="3879850"/>
            <a:ext cx="1111250" cy="285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07" name="AutoShape 77">
            <a:extLst>
              <a:ext uri="{FF2B5EF4-FFF2-40B4-BE49-F238E27FC236}">
                <a16:creationId xmlns:a16="http://schemas.microsoft.com/office/drawing/2014/main" id="{4E7C47E0-AD02-4F9F-8D9B-3707CA72C686}"/>
              </a:ext>
            </a:extLst>
          </p:cNvPr>
          <p:cNvCxnSpPr>
            <a:cxnSpLocks noChangeShapeType="1"/>
            <a:stCxn id="7189" idx="6"/>
            <a:endCxn id="7197" idx="3"/>
          </p:cNvCxnSpPr>
          <p:nvPr/>
        </p:nvCxnSpPr>
        <p:spPr bwMode="auto">
          <a:xfrm flipV="1">
            <a:off x="5341938" y="4421189"/>
            <a:ext cx="1058862" cy="376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08" name="AutoShape 78">
            <a:extLst>
              <a:ext uri="{FF2B5EF4-FFF2-40B4-BE49-F238E27FC236}">
                <a16:creationId xmlns:a16="http://schemas.microsoft.com/office/drawing/2014/main" id="{9908A751-C4D8-4F2D-A581-122FFB19924C}"/>
              </a:ext>
            </a:extLst>
          </p:cNvPr>
          <p:cNvCxnSpPr>
            <a:cxnSpLocks noChangeShapeType="1"/>
            <a:stCxn id="7197" idx="0"/>
            <a:endCxn id="7194" idx="4"/>
          </p:cNvCxnSpPr>
          <p:nvPr/>
        </p:nvCxnSpPr>
        <p:spPr bwMode="auto">
          <a:xfrm flipV="1">
            <a:off x="6529388" y="3357563"/>
            <a:ext cx="0" cy="7556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09" name="Text Box 79">
            <a:extLst>
              <a:ext uri="{FF2B5EF4-FFF2-40B4-BE49-F238E27FC236}">
                <a16:creationId xmlns:a16="http://schemas.microsoft.com/office/drawing/2014/main" id="{69736A07-4C66-46D4-99A7-BB3341CE854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280151" y="3605213"/>
            <a:ext cx="268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9</a:t>
            </a:r>
          </a:p>
        </p:txBody>
      </p:sp>
      <p:cxnSp>
        <p:nvCxnSpPr>
          <p:cNvPr id="7210" name="AutoShape 80">
            <a:extLst>
              <a:ext uri="{FF2B5EF4-FFF2-40B4-BE49-F238E27FC236}">
                <a16:creationId xmlns:a16="http://schemas.microsoft.com/office/drawing/2014/main" id="{6CE0EAFB-6D71-408D-8AC2-0191E0DB2ABB}"/>
              </a:ext>
            </a:extLst>
          </p:cNvPr>
          <p:cNvCxnSpPr>
            <a:cxnSpLocks noChangeShapeType="1"/>
            <a:stCxn id="7193" idx="6"/>
            <a:endCxn id="7174" idx="1"/>
          </p:cNvCxnSpPr>
          <p:nvPr/>
        </p:nvCxnSpPr>
        <p:spPr bwMode="auto">
          <a:xfrm>
            <a:off x="6708776" y="2098675"/>
            <a:ext cx="989013" cy="3746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11" name="Text Box 81">
            <a:extLst>
              <a:ext uri="{FF2B5EF4-FFF2-40B4-BE49-F238E27FC236}">
                <a16:creationId xmlns:a16="http://schemas.microsoft.com/office/drawing/2014/main" id="{35E72071-0B95-4F88-8DC9-81D6E604B870}"/>
              </a:ext>
            </a:extLst>
          </p:cNvPr>
          <p:cNvSpPr txBox="1">
            <a:spLocks noChangeArrowheads="1"/>
          </p:cNvSpPr>
          <p:nvPr/>
        </p:nvSpPr>
        <p:spPr bwMode="auto">
          <a:xfrm rot="1275271">
            <a:off x="7032626" y="2024064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15</a:t>
            </a:r>
          </a:p>
        </p:txBody>
      </p:sp>
      <p:cxnSp>
        <p:nvCxnSpPr>
          <p:cNvPr id="7212" name="AutoShape 82">
            <a:extLst>
              <a:ext uri="{FF2B5EF4-FFF2-40B4-BE49-F238E27FC236}">
                <a16:creationId xmlns:a16="http://schemas.microsoft.com/office/drawing/2014/main" id="{B0F04B7E-3E99-4E90-9DAE-3E2A600838E2}"/>
              </a:ext>
            </a:extLst>
          </p:cNvPr>
          <p:cNvCxnSpPr>
            <a:cxnSpLocks noChangeShapeType="1"/>
            <a:stCxn id="7194" idx="7"/>
            <a:endCxn id="7174" idx="3"/>
          </p:cNvCxnSpPr>
          <p:nvPr/>
        </p:nvCxnSpPr>
        <p:spPr bwMode="auto">
          <a:xfrm flipV="1">
            <a:off x="6656388" y="2728914"/>
            <a:ext cx="1041400" cy="320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13" name="AutoShape 83">
            <a:extLst>
              <a:ext uri="{FF2B5EF4-FFF2-40B4-BE49-F238E27FC236}">
                <a16:creationId xmlns:a16="http://schemas.microsoft.com/office/drawing/2014/main" id="{A731CF8E-1B41-4485-891A-2070B41F7E07}"/>
              </a:ext>
            </a:extLst>
          </p:cNvPr>
          <p:cNvCxnSpPr>
            <a:cxnSpLocks noChangeShapeType="1"/>
            <a:stCxn id="7194" idx="5"/>
            <a:endCxn id="7192" idx="1"/>
          </p:cNvCxnSpPr>
          <p:nvPr/>
        </p:nvCxnSpPr>
        <p:spPr bwMode="auto">
          <a:xfrm>
            <a:off x="6656388" y="3305176"/>
            <a:ext cx="1077912" cy="320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14" name="AutoShape 84">
            <a:extLst>
              <a:ext uri="{FF2B5EF4-FFF2-40B4-BE49-F238E27FC236}">
                <a16:creationId xmlns:a16="http://schemas.microsoft.com/office/drawing/2014/main" id="{60A431FB-42AF-4E8D-B4C4-AC770F97F06B}"/>
              </a:ext>
            </a:extLst>
          </p:cNvPr>
          <p:cNvCxnSpPr>
            <a:cxnSpLocks noChangeShapeType="1"/>
            <a:stCxn id="7197" idx="6"/>
            <a:endCxn id="7192" idx="3"/>
          </p:cNvCxnSpPr>
          <p:nvPr/>
        </p:nvCxnSpPr>
        <p:spPr bwMode="auto">
          <a:xfrm flipV="1">
            <a:off x="6708776" y="3881438"/>
            <a:ext cx="1025525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15" name="Text Box 85">
            <a:extLst>
              <a:ext uri="{FF2B5EF4-FFF2-40B4-BE49-F238E27FC236}">
                <a16:creationId xmlns:a16="http://schemas.microsoft.com/office/drawing/2014/main" id="{6BCFF382-D496-4BFB-BB0B-AA3EF43B010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833145" y="3107533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12</a:t>
            </a:r>
          </a:p>
        </p:txBody>
      </p:sp>
      <p:sp>
        <p:nvSpPr>
          <p:cNvPr id="7216" name="Text Box 86">
            <a:extLst>
              <a:ext uri="{FF2B5EF4-FFF2-40B4-BE49-F238E27FC236}">
                <a16:creationId xmlns:a16="http://schemas.microsoft.com/office/drawing/2014/main" id="{46E92D7E-91E5-46CB-96F4-8D92BF042804}"/>
              </a:ext>
            </a:extLst>
          </p:cNvPr>
          <p:cNvSpPr txBox="1">
            <a:spLocks noChangeArrowheads="1"/>
          </p:cNvSpPr>
          <p:nvPr/>
        </p:nvSpPr>
        <p:spPr bwMode="auto">
          <a:xfrm rot="566336">
            <a:off x="4189414" y="3500439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13</a:t>
            </a:r>
          </a:p>
        </p:txBody>
      </p:sp>
      <p:sp>
        <p:nvSpPr>
          <p:cNvPr id="7217" name="Text Box 87">
            <a:extLst>
              <a:ext uri="{FF2B5EF4-FFF2-40B4-BE49-F238E27FC236}">
                <a16:creationId xmlns:a16="http://schemas.microsoft.com/office/drawing/2014/main" id="{7E37F65D-7243-4B2F-8643-D03B74BA4EA5}"/>
              </a:ext>
            </a:extLst>
          </p:cNvPr>
          <p:cNvSpPr txBox="1">
            <a:spLocks noChangeArrowheads="1"/>
          </p:cNvSpPr>
          <p:nvPr/>
        </p:nvSpPr>
        <p:spPr bwMode="auto">
          <a:xfrm rot="20592448">
            <a:off x="4186239" y="2728914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18</a:t>
            </a:r>
          </a:p>
        </p:txBody>
      </p:sp>
      <p:sp>
        <p:nvSpPr>
          <p:cNvPr id="7218" name="Text Box 88">
            <a:extLst>
              <a:ext uri="{FF2B5EF4-FFF2-40B4-BE49-F238E27FC236}">
                <a16:creationId xmlns:a16="http://schemas.microsoft.com/office/drawing/2014/main" id="{7F1B22E0-9E55-42B1-97A7-676C42B6C997}"/>
              </a:ext>
            </a:extLst>
          </p:cNvPr>
          <p:cNvSpPr txBox="1">
            <a:spLocks noChangeArrowheads="1"/>
          </p:cNvSpPr>
          <p:nvPr/>
        </p:nvSpPr>
        <p:spPr bwMode="auto">
          <a:xfrm rot="1082091">
            <a:off x="4189414" y="4545014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22</a:t>
            </a:r>
          </a:p>
        </p:txBody>
      </p:sp>
      <p:sp>
        <p:nvSpPr>
          <p:cNvPr id="7219" name="Text Box 89">
            <a:extLst>
              <a:ext uri="{FF2B5EF4-FFF2-40B4-BE49-F238E27FC236}">
                <a16:creationId xmlns:a16="http://schemas.microsoft.com/office/drawing/2014/main" id="{F0799593-DBAD-41CD-AAC8-293EB7DEB05F}"/>
              </a:ext>
            </a:extLst>
          </p:cNvPr>
          <p:cNvSpPr txBox="1">
            <a:spLocks noChangeArrowheads="1"/>
          </p:cNvSpPr>
          <p:nvPr/>
        </p:nvSpPr>
        <p:spPr bwMode="auto">
          <a:xfrm rot="20829160">
            <a:off x="4152901" y="375285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15</a:t>
            </a:r>
          </a:p>
        </p:txBody>
      </p:sp>
      <p:sp>
        <p:nvSpPr>
          <p:cNvPr id="7220" name="Text Box 90">
            <a:extLst>
              <a:ext uri="{FF2B5EF4-FFF2-40B4-BE49-F238E27FC236}">
                <a16:creationId xmlns:a16="http://schemas.microsoft.com/office/drawing/2014/main" id="{45E38F04-BB4D-4BEF-8BB8-F7D13D82D269}"/>
              </a:ext>
            </a:extLst>
          </p:cNvPr>
          <p:cNvSpPr txBox="1">
            <a:spLocks noChangeArrowheads="1"/>
          </p:cNvSpPr>
          <p:nvPr/>
        </p:nvSpPr>
        <p:spPr bwMode="auto">
          <a:xfrm rot="959753">
            <a:off x="5745164" y="267335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13</a:t>
            </a:r>
          </a:p>
        </p:txBody>
      </p:sp>
      <p:sp>
        <p:nvSpPr>
          <p:cNvPr id="7221" name="Text Box 91">
            <a:extLst>
              <a:ext uri="{FF2B5EF4-FFF2-40B4-BE49-F238E27FC236}">
                <a16:creationId xmlns:a16="http://schemas.microsoft.com/office/drawing/2014/main" id="{8A689D99-0D62-4A55-9308-A1F6B84B2FA0}"/>
              </a:ext>
            </a:extLst>
          </p:cNvPr>
          <p:cNvSpPr txBox="1">
            <a:spLocks noChangeArrowheads="1"/>
          </p:cNvSpPr>
          <p:nvPr/>
        </p:nvSpPr>
        <p:spPr bwMode="auto">
          <a:xfrm rot="959753">
            <a:off x="5700714" y="375285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17</a:t>
            </a:r>
          </a:p>
        </p:txBody>
      </p:sp>
      <p:sp>
        <p:nvSpPr>
          <p:cNvPr id="7222" name="Text Box 92">
            <a:extLst>
              <a:ext uri="{FF2B5EF4-FFF2-40B4-BE49-F238E27FC236}">
                <a16:creationId xmlns:a16="http://schemas.microsoft.com/office/drawing/2014/main" id="{7FC45DB0-554B-47A8-A2F7-4DB9BF6B5F9A}"/>
              </a:ext>
            </a:extLst>
          </p:cNvPr>
          <p:cNvSpPr txBox="1">
            <a:spLocks noChangeArrowheads="1"/>
          </p:cNvSpPr>
          <p:nvPr/>
        </p:nvSpPr>
        <p:spPr bwMode="auto">
          <a:xfrm rot="20513797">
            <a:off x="5592764" y="32131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27</a:t>
            </a:r>
          </a:p>
        </p:txBody>
      </p:sp>
      <p:sp>
        <p:nvSpPr>
          <p:cNvPr id="7223" name="Text Box 93">
            <a:extLst>
              <a:ext uri="{FF2B5EF4-FFF2-40B4-BE49-F238E27FC236}">
                <a16:creationId xmlns:a16="http://schemas.microsoft.com/office/drawing/2014/main" id="{0FA27CBB-BBEA-4250-ACC4-B3C2CEDC1E39}"/>
              </a:ext>
            </a:extLst>
          </p:cNvPr>
          <p:cNvSpPr txBox="1">
            <a:spLocks noChangeArrowheads="1"/>
          </p:cNvSpPr>
          <p:nvPr/>
        </p:nvSpPr>
        <p:spPr bwMode="auto">
          <a:xfrm rot="20513797">
            <a:off x="5629276" y="4365625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17</a:t>
            </a:r>
          </a:p>
        </p:txBody>
      </p:sp>
      <p:sp>
        <p:nvSpPr>
          <p:cNvPr id="7224" name="Text Box 94">
            <a:extLst>
              <a:ext uri="{FF2B5EF4-FFF2-40B4-BE49-F238E27FC236}">
                <a16:creationId xmlns:a16="http://schemas.microsoft.com/office/drawing/2014/main" id="{F0A91C5B-0BCD-4C37-90A4-E1FFCF75C9D7}"/>
              </a:ext>
            </a:extLst>
          </p:cNvPr>
          <p:cNvSpPr txBox="1">
            <a:spLocks noChangeArrowheads="1"/>
          </p:cNvSpPr>
          <p:nvPr/>
        </p:nvSpPr>
        <p:spPr bwMode="auto">
          <a:xfrm rot="959753">
            <a:off x="7069139" y="32131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18</a:t>
            </a:r>
          </a:p>
        </p:txBody>
      </p:sp>
      <p:sp>
        <p:nvSpPr>
          <p:cNvPr id="7225" name="Text Box 95">
            <a:extLst>
              <a:ext uri="{FF2B5EF4-FFF2-40B4-BE49-F238E27FC236}">
                <a16:creationId xmlns:a16="http://schemas.microsoft.com/office/drawing/2014/main" id="{E75C5331-FE06-48AD-84D2-4FB26B81512E}"/>
              </a:ext>
            </a:extLst>
          </p:cNvPr>
          <p:cNvSpPr txBox="1">
            <a:spLocks noChangeArrowheads="1"/>
          </p:cNvSpPr>
          <p:nvPr/>
        </p:nvSpPr>
        <p:spPr bwMode="auto">
          <a:xfrm rot="20513797">
            <a:off x="6924676" y="2636839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17</a:t>
            </a:r>
          </a:p>
        </p:txBody>
      </p:sp>
      <p:sp>
        <p:nvSpPr>
          <p:cNvPr id="7226" name="Text Box 96">
            <a:extLst>
              <a:ext uri="{FF2B5EF4-FFF2-40B4-BE49-F238E27FC236}">
                <a16:creationId xmlns:a16="http://schemas.microsoft.com/office/drawing/2014/main" id="{1B53A14C-693F-4620-A1B7-021DF9FF66B7}"/>
              </a:ext>
            </a:extLst>
          </p:cNvPr>
          <p:cNvSpPr txBox="1">
            <a:spLocks noChangeArrowheads="1"/>
          </p:cNvSpPr>
          <p:nvPr/>
        </p:nvSpPr>
        <p:spPr bwMode="auto">
          <a:xfrm rot="20513797">
            <a:off x="6961189" y="38608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/>
              <a:t>20</a:t>
            </a:r>
          </a:p>
        </p:txBody>
      </p:sp>
      <p:sp>
        <p:nvSpPr>
          <p:cNvPr id="111713" name="Oval 97">
            <a:extLst>
              <a:ext uri="{FF2B5EF4-FFF2-40B4-BE49-F238E27FC236}">
                <a16:creationId xmlns:a16="http://schemas.microsoft.com/office/drawing/2014/main" id="{16553D71-2545-4612-8A8E-BA9773B5F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138" y="3105151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И</a:t>
            </a:r>
            <a:endParaRPr lang="ru-RU" altLang="ru-RU" baseline="-25000"/>
          </a:p>
        </p:txBody>
      </p:sp>
      <p:sp>
        <p:nvSpPr>
          <p:cNvPr id="111714" name="Oval 98">
            <a:extLst>
              <a:ext uri="{FF2B5EF4-FFF2-40B4-BE49-F238E27FC236}">
                <a16:creationId xmlns:a16="http://schemas.microsoft.com/office/drawing/2014/main" id="{BD95D742-6F7C-464C-B21B-A4ECFADCA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0801" y="2997201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С</a:t>
            </a:r>
            <a:endParaRPr lang="ru-RU" altLang="ru-RU" baseline="-25000"/>
          </a:p>
        </p:txBody>
      </p:sp>
      <p:cxnSp>
        <p:nvCxnSpPr>
          <p:cNvPr id="111715" name="AutoShape 99">
            <a:extLst>
              <a:ext uri="{FF2B5EF4-FFF2-40B4-BE49-F238E27FC236}">
                <a16:creationId xmlns:a16="http://schemas.microsoft.com/office/drawing/2014/main" id="{F8FEC156-3A15-4AA2-9FC0-086771969C25}"/>
              </a:ext>
            </a:extLst>
          </p:cNvPr>
          <p:cNvCxnSpPr>
            <a:cxnSpLocks noChangeShapeType="1"/>
            <a:stCxn id="111713" idx="7"/>
            <a:endCxn id="7171" idx="2"/>
          </p:cNvCxnSpPr>
          <p:nvPr/>
        </p:nvCxnSpPr>
        <p:spPr bwMode="auto">
          <a:xfrm flipV="1">
            <a:off x="2551113" y="2206626"/>
            <a:ext cx="990600" cy="950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1716" name="AutoShape 100">
            <a:extLst>
              <a:ext uri="{FF2B5EF4-FFF2-40B4-BE49-F238E27FC236}">
                <a16:creationId xmlns:a16="http://schemas.microsoft.com/office/drawing/2014/main" id="{AC52D56E-C84F-45A2-9988-1CB7134C798B}"/>
              </a:ext>
            </a:extLst>
          </p:cNvPr>
          <p:cNvCxnSpPr>
            <a:cxnSpLocks noChangeShapeType="1"/>
            <a:stCxn id="111713" idx="6"/>
            <a:endCxn id="7186" idx="2"/>
          </p:cNvCxnSpPr>
          <p:nvPr/>
        </p:nvCxnSpPr>
        <p:spPr bwMode="auto">
          <a:xfrm flipV="1">
            <a:off x="2603501" y="3284539"/>
            <a:ext cx="93662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1717" name="AutoShape 101">
            <a:extLst>
              <a:ext uri="{FF2B5EF4-FFF2-40B4-BE49-F238E27FC236}">
                <a16:creationId xmlns:a16="http://schemas.microsoft.com/office/drawing/2014/main" id="{70DB6036-920E-49E0-9DCF-45CB6BB4EDC5}"/>
              </a:ext>
            </a:extLst>
          </p:cNvPr>
          <p:cNvCxnSpPr>
            <a:cxnSpLocks noChangeShapeType="1"/>
            <a:stCxn id="111713" idx="5"/>
            <a:endCxn id="7187" idx="2"/>
          </p:cNvCxnSpPr>
          <p:nvPr/>
        </p:nvCxnSpPr>
        <p:spPr bwMode="auto">
          <a:xfrm>
            <a:off x="2551113" y="3413125"/>
            <a:ext cx="989012" cy="844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1718" name="AutoShape 102">
            <a:extLst>
              <a:ext uri="{FF2B5EF4-FFF2-40B4-BE49-F238E27FC236}">
                <a16:creationId xmlns:a16="http://schemas.microsoft.com/office/drawing/2014/main" id="{DB828DE5-FEC8-44EC-969E-670AA548948E}"/>
              </a:ext>
            </a:extLst>
          </p:cNvPr>
          <p:cNvCxnSpPr>
            <a:cxnSpLocks noChangeShapeType="1"/>
            <a:stCxn id="7174" idx="6"/>
            <a:endCxn id="111714" idx="1"/>
          </p:cNvCxnSpPr>
          <p:nvPr/>
        </p:nvCxnSpPr>
        <p:spPr bwMode="auto">
          <a:xfrm>
            <a:off x="8005764" y="2601914"/>
            <a:ext cx="987425" cy="447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1719" name="AutoShape 103">
            <a:extLst>
              <a:ext uri="{FF2B5EF4-FFF2-40B4-BE49-F238E27FC236}">
                <a16:creationId xmlns:a16="http://schemas.microsoft.com/office/drawing/2014/main" id="{23C16E1B-D5CB-492E-8316-536E7845D517}"/>
              </a:ext>
            </a:extLst>
          </p:cNvPr>
          <p:cNvCxnSpPr>
            <a:cxnSpLocks noChangeShapeType="1"/>
            <a:stCxn id="7192" idx="6"/>
            <a:endCxn id="111714" idx="3"/>
          </p:cNvCxnSpPr>
          <p:nvPr/>
        </p:nvCxnSpPr>
        <p:spPr bwMode="auto">
          <a:xfrm flipV="1">
            <a:off x="8042276" y="3305176"/>
            <a:ext cx="950913" cy="4492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1720" name="Text Box 104">
            <a:extLst>
              <a:ext uri="{FF2B5EF4-FFF2-40B4-BE49-F238E27FC236}">
                <a16:creationId xmlns:a16="http://schemas.microsoft.com/office/drawing/2014/main" id="{F0BD17D8-3B1C-40C5-9F7E-5DA121822F7C}"/>
              </a:ext>
            </a:extLst>
          </p:cNvPr>
          <p:cNvSpPr txBox="1">
            <a:spLocks noChangeArrowheads="1"/>
          </p:cNvSpPr>
          <p:nvPr/>
        </p:nvSpPr>
        <p:spPr bwMode="auto">
          <a:xfrm rot="1314783">
            <a:off x="8334376" y="2511425"/>
            <a:ext cx="3286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600"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11721" name="Text Box 105">
            <a:extLst>
              <a:ext uri="{FF2B5EF4-FFF2-40B4-BE49-F238E27FC236}">
                <a16:creationId xmlns:a16="http://schemas.microsoft.com/office/drawing/2014/main" id="{BFBEECBB-1CF7-4A73-9B8C-2F9B4371CB97}"/>
              </a:ext>
            </a:extLst>
          </p:cNvPr>
          <p:cNvSpPr txBox="1">
            <a:spLocks noChangeArrowheads="1"/>
          </p:cNvSpPr>
          <p:nvPr/>
        </p:nvSpPr>
        <p:spPr bwMode="auto">
          <a:xfrm rot="20406465">
            <a:off x="8291513" y="3249613"/>
            <a:ext cx="3286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600"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11722" name="Text Box 106">
            <a:extLst>
              <a:ext uri="{FF2B5EF4-FFF2-40B4-BE49-F238E27FC236}">
                <a16:creationId xmlns:a16="http://schemas.microsoft.com/office/drawing/2014/main" id="{FF82732A-7B15-49A2-A12E-12ED850C7253}"/>
              </a:ext>
            </a:extLst>
          </p:cNvPr>
          <p:cNvSpPr txBox="1">
            <a:spLocks noChangeArrowheads="1"/>
          </p:cNvSpPr>
          <p:nvPr/>
        </p:nvSpPr>
        <p:spPr bwMode="auto">
          <a:xfrm rot="19220628">
            <a:off x="2819401" y="2420938"/>
            <a:ext cx="3286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600"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11723" name="Text Box 107">
            <a:extLst>
              <a:ext uri="{FF2B5EF4-FFF2-40B4-BE49-F238E27FC236}">
                <a16:creationId xmlns:a16="http://schemas.microsoft.com/office/drawing/2014/main" id="{510F20ED-0235-4849-9987-20FC6A63A407}"/>
              </a:ext>
            </a:extLst>
          </p:cNvPr>
          <p:cNvSpPr txBox="1">
            <a:spLocks noChangeArrowheads="1"/>
          </p:cNvSpPr>
          <p:nvPr/>
        </p:nvSpPr>
        <p:spPr bwMode="auto">
          <a:xfrm rot="2431859">
            <a:off x="2963863" y="3536950"/>
            <a:ext cx="3286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600"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11724" name="Text Box 108">
            <a:extLst>
              <a:ext uri="{FF2B5EF4-FFF2-40B4-BE49-F238E27FC236}">
                <a16:creationId xmlns:a16="http://schemas.microsoft.com/office/drawing/2014/main" id="{781B91C9-E857-4929-8E3E-3C2B49ADA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1" y="2984500"/>
            <a:ext cx="3286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600">
                <a:cs typeface="Arial" panose="020B0604020202020204" pitchFamily="34" charset="0"/>
              </a:rPr>
              <a:t>∞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1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1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1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1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1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1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1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713" grpId="0" animBg="1"/>
      <p:bldP spid="111714" grpId="0" animBg="1"/>
      <p:bldP spid="111720" grpId="0"/>
      <p:bldP spid="111721" grpId="0"/>
      <p:bldP spid="111722" grpId="0"/>
      <p:bldP spid="111723" grpId="0"/>
      <p:bldP spid="1117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CC4D5C7C-52C1-437F-AFA2-B78FA93AE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8" y="809704"/>
            <a:ext cx="11016343" cy="557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19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5F32A32-ED8D-4112-89EC-1DA3BBC18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2494189"/>
            <a:ext cx="7592786" cy="395984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1BCDC8-5D26-4A17-8BF0-04727B6F3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49" y="151039"/>
            <a:ext cx="1162050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895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4B68BC9-C21D-4B26-B5AA-E1ABB9A93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39" y="1883846"/>
            <a:ext cx="10289721" cy="505320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7CD89D-1DDA-44AB-9204-2A66E2B8A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90" y="141514"/>
            <a:ext cx="10429875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5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07D41E1-D895-4289-99A4-DEC8613EF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43" y="1627003"/>
            <a:ext cx="10107386" cy="512741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50A806-A73A-4E2D-876E-43B2FF47D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54" y="110898"/>
            <a:ext cx="665797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07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481D572-5ABB-4E49-A91B-9D41642DF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45" y="0"/>
            <a:ext cx="11588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573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B470631-FA0A-4236-8E00-A8079E571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133350"/>
            <a:ext cx="11649075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81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1A855AE-E0B3-4C03-ABF0-D1D8CE118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6051"/>
            <a:ext cx="12192000" cy="582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768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DF41D9F-9DFA-4FEA-A076-00E43621B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886"/>
            <a:ext cx="12192000" cy="617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25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867B256-F2C6-435C-9684-769509102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484" y="1302117"/>
            <a:ext cx="9436768" cy="413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99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4443D6D-7FAB-4404-934F-67A985205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818"/>
            <a:ext cx="12192000" cy="660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158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B4E4811-513A-46EC-9566-E55B80D6B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8100"/>
            <a:ext cx="115824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753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EC627D9-CBB2-4882-88F1-A0F1D9D82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2400"/>
            <a:ext cx="120396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040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948BFE9-261A-42FD-B7D1-AE283B52A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365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19789D3-E84C-4B57-8A61-42E688EF2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791935"/>
            <a:ext cx="11344275" cy="5715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834914-D5BE-4B83-9587-2F061CE1F2C3}"/>
              </a:ext>
            </a:extLst>
          </p:cNvPr>
          <p:cNvSpPr txBox="1"/>
          <p:nvPr/>
        </p:nvSpPr>
        <p:spPr>
          <a:xfrm>
            <a:off x="423862" y="277586"/>
            <a:ext cx="2812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Пропустим итерацию 4 и 5</a:t>
            </a:r>
          </a:p>
        </p:txBody>
      </p:sp>
    </p:spTree>
    <p:extLst>
      <p:ext uri="{BB962C8B-B14F-4D97-AF65-F5344CB8AC3E}">
        <p14:creationId xmlns:p14="http://schemas.microsoft.com/office/powerpoint/2010/main" val="545350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052A0A-22A8-4429-9572-A20B01B6C825}"/>
              </a:ext>
            </a:extLst>
          </p:cNvPr>
          <p:cNvSpPr/>
          <p:nvPr/>
        </p:nvSpPr>
        <p:spPr>
          <a:xfrm>
            <a:off x="1623461" y="3133534"/>
            <a:ext cx="8945077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09600" lvl="0" indent="-609600" algn="ctr">
              <a:lnSpc>
                <a:spcPct val="90000"/>
              </a:lnSpc>
              <a:spcBef>
                <a:spcPts val="560"/>
              </a:spcBef>
              <a:buClr>
                <a:srgbClr val="006600"/>
              </a:buClr>
              <a:buSzPts val="2800"/>
            </a:pPr>
            <a:r>
              <a:rPr lang="ru-RU" sz="3600" b="1" dirty="0">
                <a:latin typeface="Arial" panose="020B0604020202020204" pitchFamily="34" charset="0"/>
                <a:ea typeface="Comic Sans MS"/>
                <a:cs typeface="Arial" panose="020B0604020202020204" pitchFamily="34" charset="0"/>
                <a:sym typeface="Comic Sans MS"/>
              </a:rPr>
              <a:t>Минимальное </a:t>
            </a:r>
            <a:r>
              <a:rPr lang="ru-RU" sz="3600" b="1" dirty="0" err="1">
                <a:latin typeface="Arial" panose="020B0604020202020204" pitchFamily="34" charset="0"/>
                <a:ea typeface="Comic Sans MS"/>
                <a:cs typeface="Arial" panose="020B0604020202020204" pitchFamily="34" charset="0"/>
                <a:sym typeface="Comic Sans MS"/>
              </a:rPr>
              <a:t>остовное</a:t>
            </a:r>
            <a:r>
              <a:rPr lang="ru-RU" sz="3600" b="1" dirty="0">
                <a:latin typeface="Arial" panose="020B0604020202020204" pitchFamily="34" charset="0"/>
                <a:ea typeface="Comic Sans MS"/>
                <a:cs typeface="Arial" panose="020B0604020202020204" pitchFamily="34" charset="0"/>
                <a:sym typeface="Comic Sans MS"/>
              </a:rPr>
              <a:t> дерево (МОД)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311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35;p18">
            <a:extLst>
              <a:ext uri="{FF2B5EF4-FFF2-40B4-BE49-F238E27FC236}">
                <a16:creationId xmlns:a16="http://schemas.microsoft.com/office/drawing/2014/main" id="{BDA8C444-8DBF-495D-BBBA-3B38343C0C84}"/>
              </a:ext>
            </a:extLst>
          </p:cNvPr>
          <p:cNvGrpSpPr/>
          <p:nvPr/>
        </p:nvGrpSpPr>
        <p:grpSpPr>
          <a:xfrm>
            <a:off x="2058761" y="4299857"/>
            <a:ext cx="784225" cy="1460500"/>
            <a:chOff x="1095375" y="4067175"/>
            <a:chExt cx="784225" cy="1460500"/>
          </a:xfrm>
        </p:grpSpPr>
        <p:cxnSp>
          <p:nvCxnSpPr>
            <p:cNvPr id="20" name="Google Shape;136;p18">
              <a:extLst>
                <a:ext uri="{FF2B5EF4-FFF2-40B4-BE49-F238E27FC236}">
                  <a16:creationId xmlns:a16="http://schemas.microsoft.com/office/drawing/2014/main" id="{DBEFC7B6-6315-4AED-9F95-E3388149DA8F}"/>
                </a:ext>
              </a:extLst>
            </p:cNvPr>
            <p:cNvCxnSpPr/>
            <p:nvPr/>
          </p:nvCxnSpPr>
          <p:spPr>
            <a:xfrm flipH="1">
              <a:off x="1133475" y="4105275"/>
              <a:ext cx="685800" cy="65722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" name="Google Shape;137;p18">
              <a:extLst>
                <a:ext uri="{FF2B5EF4-FFF2-40B4-BE49-F238E27FC236}">
                  <a16:creationId xmlns:a16="http://schemas.microsoft.com/office/drawing/2014/main" id="{DB3B45CC-D3E9-4916-B4A6-9DA26845E7DA}"/>
                </a:ext>
              </a:extLst>
            </p:cNvPr>
            <p:cNvCxnSpPr/>
            <p:nvPr/>
          </p:nvCxnSpPr>
          <p:spPr>
            <a:xfrm>
              <a:off x="1809750" y="4133850"/>
              <a:ext cx="9525" cy="68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2" name="Google Shape;138;p18">
              <a:extLst>
                <a:ext uri="{FF2B5EF4-FFF2-40B4-BE49-F238E27FC236}">
                  <a16:creationId xmlns:a16="http://schemas.microsoft.com/office/drawing/2014/main" id="{B8549480-9767-4125-8429-6399D4017B95}"/>
                </a:ext>
              </a:extLst>
            </p:cNvPr>
            <p:cNvCxnSpPr/>
            <p:nvPr/>
          </p:nvCxnSpPr>
          <p:spPr>
            <a:xfrm>
              <a:off x="1162050" y="4781550"/>
              <a:ext cx="65722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3" name="Google Shape;139;p18">
              <a:extLst>
                <a:ext uri="{FF2B5EF4-FFF2-40B4-BE49-F238E27FC236}">
                  <a16:creationId xmlns:a16="http://schemas.microsoft.com/office/drawing/2014/main" id="{7137DE70-3878-45FE-8809-BB0D85F2CE1E}"/>
                </a:ext>
              </a:extLst>
            </p:cNvPr>
            <p:cNvCxnSpPr/>
            <p:nvPr/>
          </p:nvCxnSpPr>
          <p:spPr>
            <a:xfrm>
              <a:off x="1123950" y="4781550"/>
              <a:ext cx="9525" cy="68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4" name="Google Shape;140;p18">
              <a:extLst>
                <a:ext uri="{FF2B5EF4-FFF2-40B4-BE49-F238E27FC236}">
                  <a16:creationId xmlns:a16="http://schemas.microsoft.com/office/drawing/2014/main" id="{C1307C2A-A41F-4883-A9F3-302D3C96B8A4}"/>
                </a:ext>
              </a:extLst>
            </p:cNvPr>
            <p:cNvCxnSpPr/>
            <p:nvPr/>
          </p:nvCxnSpPr>
          <p:spPr>
            <a:xfrm>
              <a:off x="1171575" y="5467350"/>
              <a:ext cx="65722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5" name="Google Shape;141;p18">
              <a:extLst>
                <a:ext uri="{FF2B5EF4-FFF2-40B4-BE49-F238E27FC236}">
                  <a16:creationId xmlns:a16="http://schemas.microsoft.com/office/drawing/2014/main" id="{A089C5C3-16A5-41A0-9C1D-8FC44F57605C}"/>
                </a:ext>
              </a:extLst>
            </p:cNvPr>
            <p:cNvSpPr/>
            <p:nvPr/>
          </p:nvSpPr>
          <p:spPr>
            <a:xfrm>
              <a:off x="1104900" y="5419725"/>
              <a:ext cx="88900" cy="889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" name="Google Shape;142;p18">
              <a:extLst>
                <a:ext uri="{FF2B5EF4-FFF2-40B4-BE49-F238E27FC236}">
                  <a16:creationId xmlns:a16="http://schemas.microsoft.com/office/drawing/2014/main" id="{6A7DA2BE-DD6F-4629-9517-6F31F3990885}"/>
                </a:ext>
              </a:extLst>
            </p:cNvPr>
            <p:cNvCxnSpPr/>
            <p:nvPr/>
          </p:nvCxnSpPr>
          <p:spPr>
            <a:xfrm>
              <a:off x="1819275" y="4800600"/>
              <a:ext cx="9525" cy="68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7" name="Google Shape;143;p18">
              <a:extLst>
                <a:ext uri="{FF2B5EF4-FFF2-40B4-BE49-F238E27FC236}">
                  <a16:creationId xmlns:a16="http://schemas.microsoft.com/office/drawing/2014/main" id="{E7FB2C67-B2F0-499E-803E-1466A70841A3}"/>
                </a:ext>
              </a:extLst>
            </p:cNvPr>
            <p:cNvSpPr/>
            <p:nvPr/>
          </p:nvSpPr>
          <p:spPr>
            <a:xfrm>
              <a:off x="1095375" y="4733925"/>
              <a:ext cx="88900" cy="889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144;p18">
              <a:extLst>
                <a:ext uri="{FF2B5EF4-FFF2-40B4-BE49-F238E27FC236}">
                  <a16:creationId xmlns:a16="http://schemas.microsoft.com/office/drawing/2014/main" id="{E9E60E52-D495-4CEB-937F-3D94C6F6F4E1}"/>
                </a:ext>
              </a:extLst>
            </p:cNvPr>
            <p:cNvSpPr/>
            <p:nvPr/>
          </p:nvSpPr>
          <p:spPr>
            <a:xfrm>
              <a:off x="1781175" y="4752975"/>
              <a:ext cx="88900" cy="889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145;p18">
              <a:extLst>
                <a:ext uri="{FF2B5EF4-FFF2-40B4-BE49-F238E27FC236}">
                  <a16:creationId xmlns:a16="http://schemas.microsoft.com/office/drawing/2014/main" id="{B5833DFE-AF1F-4022-8326-F9B1C13E04FC}"/>
                </a:ext>
              </a:extLst>
            </p:cNvPr>
            <p:cNvSpPr/>
            <p:nvPr/>
          </p:nvSpPr>
          <p:spPr>
            <a:xfrm>
              <a:off x="1790700" y="5438775"/>
              <a:ext cx="88900" cy="889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146;p18">
              <a:extLst>
                <a:ext uri="{FF2B5EF4-FFF2-40B4-BE49-F238E27FC236}">
                  <a16:creationId xmlns:a16="http://schemas.microsoft.com/office/drawing/2014/main" id="{87201270-FDC6-4658-87B8-D8080744BE62}"/>
                </a:ext>
              </a:extLst>
            </p:cNvPr>
            <p:cNvSpPr/>
            <p:nvPr/>
          </p:nvSpPr>
          <p:spPr>
            <a:xfrm>
              <a:off x="1781175" y="4067175"/>
              <a:ext cx="88900" cy="889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" name="Google Shape;147;p18">
            <a:extLst>
              <a:ext uri="{FF2B5EF4-FFF2-40B4-BE49-F238E27FC236}">
                <a16:creationId xmlns:a16="http://schemas.microsoft.com/office/drawing/2014/main" id="{D6EC1825-E6BF-43F8-A7E4-5F3B43274953}"/>
              </a:ext>
            </a:extLst>
          </p:cNvPr>
          <p:cNvCxnSpPr/>
          <p:nvPr/>
        </p:nvCxnSpPr>
        <p:spPr>
          <a:xfrm flipH="1">
            <a:off x="3458936" y="4318907"/>
            <a:ext cx="685800" cy="6572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" name="Google Shape;148;p18">
            <a:extLst>
              <a:ext uri="{FF2B5EF4-FFF2-40B4-BE49-F238E27FC236}">
                <a16:creationId xmlns:a16="http://schemas.microsoft.com/office/drawing/2014/main" id="{B2C8B20B-85CC-4849-88AA-5FF4D55B5521}"/>
              </a:ext>
            </a:extLst>
          </p:cNvPr>
          <p:cNvCxnSpPr/>
          <p:nvPr/>
        </p:nvCxnSpPr>
        <p:spPr>
          <a:xfrm>
            <a:off x="3449411" y="4995182"/>
            <a:ext cx="9525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3" name="Google Shape;149;p18">
            <a:extLst>
              <a:ext uri="{FF2B5EF4-FFF2-40B4-BE49-F238E27FC236}">
                <a16:creationId xmlns:a16="http://schemas.microsoft.com/office/drawing/2014/main" id="{70FE8617-BB98-451F-8E65-F52FC49687B9}"/>
              </a:ext>
            </a:extLst>
          </p:cNvPr>
          <p:cNvCxnSpPr/>
          <p:nvPr/>
        </p:nvCxnSpPr>
        <p:spPr>
          <a:xfrm>
            <a:off x="3497036" y="5680982"/>
            <a:ext cx="65722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4" name="Google Shape;150;p18">
            <a:extLst>
              <a:ext uri="{FF2B5EF4-FFF2-40B4-BE49-F238E27FC236}">
                <a16:creationId xmlns:a16="http://schemas.microsoft.com/office/drawing/2014/main" id="{8B677C87-D4AD-4034-A12A-C6084EDF6D83}"/>
              </a:ext>
            </a:extLst>
          </p:cNvPr>
          <p:cNvSpPr/>
          <p:nvPr/>
        </p:nvSpPr>
        <p:spPr>
          <a:xfrm>
            <a:off x="3430361" y="5633357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151;p18">
            <a:extLst>
              <a:ext uri="{FF2B5EF4-FFF2-40B4-BE49-F238E27FC236}">
                <a16:creationId xmlns:a16="http://schemas.microsoft.com/office/drawing/2014/main" id="{151A5A2D-E057-4D22-AEB5-D8F444D6BD33}"/>
              </a:ext>
            </a:extLst>
          </p:cNvPr>
          <p:cNvCxnSpPr/>
          <p:nvPr/>
        </p:nvCxnSpPr>
        <p:spPr>
          <a:xfrm>
            <a:off x="4144736" y="5014232"/>
            <a:ext cx="9525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6" name="Google Shape;152;p18">
            <a:extLst>
              <a:ext uri="{FF2B5EF4-FFF2-40B4-BE49-F238E27FC236}">
                <a16:creationId xmlns:a16="http://schemas.microsoft.com/office/drawing/2014/main" id="{3875DACC-8F72-492E-B801-C804C8476D20}"/>
              </a:ext>
            </a:extLst>
          </p:cNvPr>
          <p:cNvSpPr/>
          <p:nvPr/>
        </p:nvSpPr>
        <p:spPr>
          <a:xfrm>
            <a:off x="3420836" y="4947557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153;p18">
            <a:extLst>
              <a:ext uri="{FF2B5EF4-FFF2-40B4-BE49-F238E27FC236}">
                <a16:creationId xmlns:a16="http://schemas.microsoft.com/office/drawing/2014/main" id="{110D93FB-F6E0-406D-A100-859DD1B8EB7F}"/>
              </a:ext>
            </a:extLst>
          </p:cNvPr>
          <p:cNvSpPr/>
          <p:nvPr/>
        </p:nvSpPr>
        <p:spPr>
          <a:xfrm>
            <a:off x="4106636" y="4966607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154;p18">
            <a:extLst>
              <a:ext uri="{FF2B5EF4-FFF2-40B4-BE49-F238E27FC236}">
                <a16:creationId xmlns:a16="http://schemas.microsoft.com/office/drawing/2014/main" id="{C903B390-BAD4-4CE5-B373-25655534268C}"/>
              </a:ext>
            </a:extLst>
          </p:cNvPr>
          <p:cNvSpPr/>
          <p:nvPr/>
        </p:nvSpPr>
        <p:spPr>
          <a:xfrm>
            <a:off x="4116161" y="5652407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155;p18">
            <a:extLst>
              <a:ext uri="{FF2B5EF4-FFF2-40B4-BE49-F238E27FC236}">
                <a16:creationId xmlns:a16="http://schemas.microsoft.com/office/drawing/2014/main" id="{1E98BB71-F8DF-4E8F-8332-7C851EDA2D4F}"/>
              </a:ext>
            </a:extLst>
          </p:cNvPr>
          <p:cNvSpPr/>
          <p:nvPr/>
        </p:nvSpPr>
        <p:spPr>
          <a:xfrm>
            <a:off x="4106636" y="4280807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156;p18">
            <a:extLst>
              <a:ext uri="{FF2B5EF4-FFF2-40B4-BE49-F238E27FC236}">
                <a16:creationId xmlns:a16="http://schemas.microsoft.com/office/drawing/2014/main" id="{2E8015D6-AFD6-4761-9AC9-F74C91A7907A}"/>
              </a:ext>
            </a:extLst>
          </p:cNvPr>
          <p:cNvCxnSpPr/>
          <p:nvPr/>
        </p:nvCxnSpPr>
        <p:spPr>
          <a:xfrm flipH="1">
            <a:off x="4830536" y="4318907"/>
            <a:ext cx="685800" cy="6572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1" name="Google Shape;157;p18">
            <a:extLst>
              <a:ext uri="{FF2B5EF4-FFF2-40B4-BE49-F238E27FC236}">
                <a16:creationId xmlns:a16="http://schemas.microsoft.com/office/drawing/2014/main" id="{D3AC9888-C12E-47F2-A8CD-B583FD3FEE27}"/>
              </a:ext>
            </a:extLst>
          </p:cNvPr>
          <p:cNvCxnSpPr/>
          <p:nvPr/>
        </p:nvCxnSpPr>
        <p:spPr>
          <a:xfrm>
            <a:off x="4859111" y="4995182"/>
            <a:ext cx="65722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2" name="Google Shape;158;p18">
            <a:extLst>
              <a:ext uri="{FF2B5EF4-FFF2-40B4-BE49-F238E27FC236}">
                <a16:creationId xmlns:a16="http://schemas.microsoft.com/office/drawing/2014/main" id="{CAD5591C-ABA8-453B-ABC2-F4CF727836ED}"/>
              </a:ext>
            </a:extLst>
          </p:cNvPr>
          <p:cNvCxnSpPr/>
          <p:nvPr/>
        </p:nvCxnSpPr>
        <p:spPr>
          <a:xfrm>
            <a:off x="4821011" y="4995182"/>
            <a:ext cx="9525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3" name="Google Shape;159;p18">
            <a:extLst>
              <a:ext uri="{FF2B5EF4-FFF2-40B4-BE49-F238E27FC236}">
                <a16:creationId xmlns:a16="http://schemas.microsoft.com/office/drawing/2014/main" id="{FB29FAAA-A105-4A69-9558-092AEEC21C49}"/>
              </a:ext>
            </a:extLst>
          </p:cNvPr>
          <p:cNvSpPr/>
          <p:nvPr/>
        </p:nvSpPr>
        <p:spPr>
          <a:xfrm>
            <a:off x="4801961" y="5633357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160;p18">
            <a:extLst>
              <a:ext uri="{FF2B5EF4-FFF2-40B4-BE49-F238E27FC236}">
                <a16:creationId xmlns:a16="http://schemas.microsoft.com/office/drawing/2014/main" id="{7695EE43-8984-43AC-A797-F22DB2B74D0C}"/>
              </a:ext>
            </a:extLst>
          </p:cNvPr>
          <p:cNvCxnSpPr/>
          <p:nvPr/>
        </p:nvCxnSpPr>
        <p:spPr>
          <a:xfrm>
            <a:off x="5516336" y="5014232"/>
            <a:ext cx="9525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5" name="Google Shape;161;p18">
            <a:extLst>
              <a:ext uri="{FF2B5EF4-FFF2-40B4-BE49-F238E27FC236}">
                <a16:creationId xmlns:a16="http://schemas.microsoft.com/office/drawing/2014/main" id="{BB14C3BE-04D6-4394-8A34-64EB9E01DC53}"/>
              </a:ext>
            </a:extLst>
          </p:cNvPr>
          <p:cNvSpPr/>
          <p:nvPr/>
        </p:nvSpPr>
        <p:spPr>
          <a:xfrm>
            <a:off x="4792436" y="4947557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162;p18">
            <a:extLst>
              <a:ext uri="{FF2B5EF4-FFF2-40B4-BE49-F238E27FC236}">
                <a16:creationId xmlns:a16="http://schemas.microsoft.com/office/drawing/2014/main" id="{28DDDDEB-D1D6-4CE9-A5AE-2521B7CFAB6C}"/>
              </a:ext>
            </a:extLst>
          </p:cNvPr>
          <p:cNvSpPr/>
          <p:nvPr/>
        </p:nvSpPr>
        <p:spPr>
          <a:xfrm>
            <a:off x="5478236" y="4966607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163;p18">
            <a:extLst>
              <a:ext uri="{FF2B5EF4-FFF2-40B4-BE49-F238E27FC236}">
                <a16:creationId xmlns:a16="http://schemas.microsoft.com/office/drawing/2014/main" id="{FA8BCDB7-157A-474E-A357-98945C04E31E}"/>
              </a:ext>
            </a:extLst>
          </p:cNvPr>
          <p:cNvSpPr/>
          <p:nvPr/>
        </p:nvSpPr>
        <p:spPr>
          <a:xfrm>
            <a:off x="5487761" y="5652407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164;p18">
            <a:extLst>
              <a:ext uri="{FF2B5EF4-FFF2-40B4-BE49-F238E27FC236}">
                <a16:creationId xmlns:a16="http://schemas.microsoft.com/office/drawing/2014/main" id="{FDC9963E-7FE0-420C-8086-B6692002C2FA}"/>
              </a:ext>
            </a:extLst>
          </p:cNvPr>
          <p:cNvSpPr/>
          <p:nvPr/>
        </p:nvSpPr>
        <p:spPr>
          <a:xfrm>
            <a:off x="5478236" y="4280807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165;p18">
            <a:extLst>
              <a:ext uri="{FF2B5EF4-FFF2-40B4-BE49-F238E27FC236}">
                <a16:creationId xmlns:a16="http://schemas.microsoft.com/office/drawing/2014/main" id="{C9B39DE7-091A-4C21-A12F-BB44DBE16365}"/>
              </a:ext>
            </a:extLst>
          </p:cNvPr>
          <p:cNvCxnSpPr/>
          <p:nvPr/>
        </p:nvCxnSpPr>
        <p:spPr>
          <a:xfrm>
            <a:off x="6887936" y="4337957"/>
            <a:ext cx="9525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0" name="Google Shape;166;p18">
            <a:extLst>
              <a:ext uri="{FF2B5EF4-FFF2-40B4-BE49-F238E27FC236}">
                <a16:creationId xmlns:a16="http://schemas.microsoft.com/office/drawing/2014/main" id="{68E4CCB2-DC50-4AEA-81B4-A9CA4ED709BD}"/>
              </a:ext>
            </a:extLst>
          </p:cNvPr>
          <p:cNvCxnSpPr/>
          <p:nvPr/>
        </p:nvCxnSpPr>
        <p:spPr>
          <a:xfrm>
            <a:off x="6240236" y="4985657"/>
            <a:ext cx="65722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1" name="Google Shape;167;p18">
            <a:extLst>
              <a:ext uri="{FF2B5EF4-FFF2-40B4-BE49-F238E27FC236}">
                <a16:creationId xmlns:a16="http://schemas.microsoft.com/office/drawing/2014/main" id="{B9C394F5-BFF5-430D-8E6B-E5266B1A63F6}"/>
              </a:ext>
            </a:extLst>
          </p:cNvPr>
          <p:cNvCxnSpPr/>
          <p:nvPr/>
        </p:nvCxnSpPr>
        <p:spPr>
          <a:xfrm>
            <a:off x="6249761" y="5671457"/>
            <a:ext cx="65722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2" name="Google Shape;168;p18">
            <a:extLst>
              <a:ext uri="{FF2B5EF4-FFF2-40B4-BE49-F238E27FC236}">
                <a16:creationId xmlns:a16="http://schemas.microsoft.com/office/drawing/2014/main" id="{0C9F36D3-D5F0-4CA5-9B4F-C0DD62705E6C}"/>
              </a:ext>
            </a:extLst>
          </p:cNvPr>
          <p:cNvSpPr/>
          <p:nvPr/>
        </p:nvSpPr>
        <p:spPr>
          <a:xfrm>
            <a:off x="6183086" y="5623832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169;p18">
            <a:extLst>
              <a:ext uri="{FF2B5EF4-FFF2-40B4-BE49-F238E27FC236}">
                <a16:creationId xmlns:a16="http://schemas.microsoft.com/office/drawing/2014/main" id="{2FD77B01-40AC-4DFE-B7AE-00B1D18E3D1C}"/>
              </a:ext>
            </a:extLst>
          </p:cNvPr>
          <p:cNvCxnSpPr/>
          <p:nvPr/>
        </p:nvCxnSpPr>
        <p:spPr>
          <a:xfrm>
            <a:off x="6897461" y="5004707"/>
            <a:ext cx="9525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Google Shape;170;p18">
            <a:extLst>
              <a:ext uri="{FF2B5EF4-FFF2-40B4-BE49-F238E27FC236}">
                <a16:creationId xmlns:a16="http://schemas.microsoft.com/office/drawing/2014/main" id="{37A95D0D-A0A7-484D-A2A4-7F4469671C94}"/>
              </a:ext>
            </a:extLst>
          </p:cNvPr>
          <p:cNvSpPr/>
          <p:nvPr/>
        </p:nvSpPr>
        <p:spPr>
          <a:xfrm>
            <a:off x="6173561" y="4938032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171;p18">
            <a:extLst>
              <a:ext uri="{FF2B5EF4-FFF2-40B4-BE49-F238E27FC236}">
                <a16:creationId xmlns:a16="http://schemas.microsoft.com/office/drawing/2014/main" id="{175F0699-732B-40E6-A020-AF132192F672}"/>
              </a:ext>
            </a:extLst>
          </p:cNvPr>
          <p:cNvSpPr/>
          <p:nvPr/>
        </p:nvSpPr>
        <p:spPr>
          <a:xfrm>
            <a:off x="6859361" y="4957082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172;p18">
            <a:extLst>
              <a:ext uri="{FF2B5EF4-FFF2-40B4-BE49-F238E27FC236}">
                <a16:creationId xmlns:a16="http://schemas.microsoft.com/office/drawing/2014/main" id="{F7386F8C-4E82-42AB-8284-1ABAF985C100}"/>
              </a:ext>
            </a:extLst>
          </p:cNvPr>
          <p:cNvSpPr/>
          <p:nvPr/>
        </p:nvSpPr>
        <p:spPr>
          <a:xfrm>
            <a:off x="6868886" y="5642882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173;p18">
            <a:extLst>
              <a:ext uri="{FF2B5EF4-FFF2-40B4-BE49-F238E27FC236}">
                <a16:creationId xmlns:a16="http://schemas.microsoft.com/office/drawing/2014/main" id="{C4FA9B7C-2CFA-4A69-BEAE-B103459E8109}"/>
              </a:ext>
            </a:extLst>
          </p:cNvPr>
          <p:cNvSpPr/>
          <p:nvPr/>
        </p:nvSpPr>
        <p:spPr>
          <a:xfrm>
            <a:off x="6859361" y="4271282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174;p18">
            <a:extLst>
              <a:ext uri="{FF2B5EF4-FFF2-40B4-BE49-F238E27FC236}">
                <a16:creationId xmlns:a16="http://schemas.microsoft.com/office/drawing/2014/main" id="{FEEC9D09-2A4D-4AE4-B9BB-796FB23C9C53}"/>
              </a:ext>
            </a:extLst>
          </p:cNvPr>
          <p:cNvGrpSpPr/>
          <p:nvPr/>
        </p:nvGrpSpPr>
        <p:grpSpPr>
          <a:xfrm>
            <a:off x="7535636" y="4290332"/>
            <a:ext cx="784225" cy="1460500"/>
            <a:chOff x="5886450" y="4371975"/>
            <a:chExt cx="784225" cy="1460500"/>
          </a:xfrm>
        </p:grpSpPr>
        <p:cxnSp>
          <p:nvCxnSpPr>
            <p:cNvPr id="59" name="Google Shape;175;p18">
              <a:extLst>
                <a:ext uri="{FF2B5EF4-FFF2-40B4-BE49-F238E27FC236}">
                  <a16:creationId xmlns:a16="http://schemas.microsoft.com/office/drawing/2014/main" id="{CC0A4352-A489-40C3-883F-C759637115E5}"/>
                </a:ext>
              </a:extLst>
            </p:cNvPr>
            <p:cNvCxnSpPr/>
            <p:nvPr/>
          </p:nvCxnSpPr>
          <p:spPr>
            <a:xfrm>
              <a:off x="6600825" y="4438650"/>
              <a:ext cx="9525" cy="68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0" name="Google Shape;176;p18">
              <a:extLst>
                <a:ext uri="{FF2B5EF4-FFF2-40B4-BE49-F238E27FC236}">
                  <a16:creationId xmlns:a16="http://schemas.microsoft.com/office/drawing/2014/main" id="{686CF35F-B2D8-4776-AABB-DD7CE07F2B95}"/>
                </a:ext>
              </a:extLst>
            </p:cNvPr>
            <p:cNvCxnSpPr/>
            <p:nvPr/>
          </p:nvCxnSpPr>
          <p:spPr>
            <a:xfrm>
              <a:off x="5953125" y="5086350"/>
              <a:ext cx="65722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1" name="Google Shape;177;p18">
              <a:extLst>
                <a:ext uri="{FF2B5EF4-FFF2-40B4-BE49-F238E27FC236}">
                  <a16:creationId xmlns:a16="http://schemas.microsoft.com/office/drawing/2014/main" id="{2138B62E-39D7-4460-A00F-5770B8A97090}"/>
                </a:ext>
              </a:extLst>
            </p:cNvPr>
            <p:cNvCxnSpPr/>
            <p:nvPr/>
          </p:nvCxnSpPr>
          <p:spPr>
            <a:xfrm>
              <a:off x="5915025" y="5086350"/>
              <a:ext cx="9525" cy="68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2" name="Google Shape;178;p18">
              <a:extLst>
                <a:ext uri="{FF2B5EF4-FFF2-40B4-BE49-F238E27FC236}">
                  <a16:creationId xmlns:a16="http://schemas.microsoft.com/office/drawing/2014/main" id="{AAB981C5-6ABD-4E4E-8215-F87BAAC19875}"/>
                </a:ext>
              </a:extLst>
            </p:cNvPr>
            <p:cNvCxnSpPr/>
            <p:nvPr/>
          </p:nvCxnSpPr>
          <p:spPr>
            <a:xfrm>
              <a:off x="5962650" y="5772150"/>
              <a:ext cx="65722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63" name="Google Shape;179;p18">
              <a:extLst>
                <a:ext uri="{FF2B5EF4-FFF2-40B4-BE49-F238E27FC236}">
                  <a16:creationId xmlns:a16="http://schemas.microsoft.com/office/drawing/2014/main" id="{7DAEFBF0-6CEF-4A18-8BD4-8CFA7919E319}"/>
                </a:ext>
              </a:extLst>
            </p:cNvPr>
            <p:cNvSpPr/>
            <p:nvPr/>
          </p:nvSpPr>
          <p:spPr>
            <a:xfrm>
              <a:off x="5895975" y="5724525"/>
              <a:ext cx="88900" cy="889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180;p18">
              <a:extLst>
                <a:ext uri="{FF2B5EF4-FFF2-40B4-BE49-F238E27FC236}">
                  <a16:creationId xmlns:a16="http://schemas.microsoft.com/office/drawing/2014/main" id="{1B349295-8D14-494B-8BBE-700ACABB8505}"/>
                </a:ext>
              </a:extLst>
            </p:cNvPr>
            <p:cNvSpPr/>
            <p:nvPr/>
          </p:nvSpPr>
          <p:spPr>
            <a:xfrm>
              <a:off x="5886450" y="5038725"/>
              <a:ext cx="88900" cy="889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181;p18">
              <a:extLst>
                <a:ext uri="{FF2B5EF4-FFF2-40B4-BE49-F238E27FC236}">
                  <a16:creationId xmlns:a16="http://schemas.microsoft.com/office/drawing/2014/main" id="{49190945-EFFF-4591-83A6-84A14AF7DE32}"/>
                </a:ext>
              </a:extLst>
            </p:cNvPr>
            <p:cNvSpPr/>
            <p:nvPr/>
          </p:nvSpPr>
          <p:spPr>
            <a:xfrm>
              <a:off x="6572250" y="5057775"/>
              <a:ext cx="88900" cy="889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182;p18">
              <a:extLst>
                <a:ext uri="{FF2B5EF4-FFF2-40B4-BE49-F238E27FC236}">
                  <a16:creationId xmlns:a16="http://schemas.microsoft.com/office/drawing/2014/main" id="{3218E3AC-772B-4546-84CC-7643F5FAC839}"/>
                </a:ext>
              </a:extLst>
            </p:cNvPr>
            <p:cNvSpPr/>
            <p:nvPr/>
          </p:nvSpPr>
          <p:spPr>
            <a:xfrm>
              <a:off x="6581775" y="5743575"/>
              <a:ext cx="88900" cy="889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183;p18">
              <a:extLst>
                <a:ext uri="{FF2B5EF4-FFF2-40B4-BE49-F238E27FC236}">
                  <a16:creationId xmlns:a16="http://schemas.microsoft.com/office/drawing/2014/main" id="{78C76AEE-952E-4026-B1C7-29EA6A946CDC}"/>
                </a:ext>
              </a:extLst>
            </p:cNvPr>
            <p:cNvSpPr/>
            <p:nvPr/>
          </p:nvSpPr>
          <p:spPr>
            <a:xfrm>
              <a:off x="6572250" y="4371975"/>
              <a:ext cx="88900" cy="889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8" name="Google Shape;184;p18">
            <a:extLst>
              <a:ext uri="{FF2B5EF4-FFF2-40B4-BE49-F238E27FC236}">
                <a16:creationId xmlns:a16="http://schemas.microsoft.com/office/drawing/2014/main" id="{97844379-21DC-4793-B7FA-258432BCF875}"/>
              </a:ext>
            </a:extLst>
          </p:cNvPr>
          <p:cNvCxnSpPr/>
          <p:nvPr/>
        </p:nvCxnSpPr>
        <p:spPr>
          <a:xfrm flipH="1">
            <a:off x="8945336" y="4328432"/>
            <a:ext cx="685800" cy="6572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9" name="Google Shape;185;p18">
            <a:extLst>
              <a:ext uri="{FF2B5EF4-FFF2-40B4-BE49-F238E27FC236}">
                <a16:creationId xmlns:a16="http://schemas.microsoft.com/office/drawing/2014/main" id="{6EDE7483-9BB1-4240-9208-FE47F322AF26}"/>
              </a:ext>
            </a:extLst>
          </p:cNvPr>
          <p:cNvCxnSpPr/>
          <p:nvPr/>
        </p:nvCxnSpPr>
        <p:spPr>
          <a:xfrm>
            <a:off x="8973911" y="5004707"/>
            <a:ext cx="65722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0" name="Google Shape;186;p18">
            <a:extLst>
              <a:ext uri="{FF2B5EF4-FFF2-40B4-BE49-F238E27FC236}">
                <a16:creationId xmlns:a16="http://schemas.microsoft.com/office/drawing/2014/main" id="{6B045240-1E55-4AC9-B1A7-D41807D2594E}"/>
              </a:ext>
            </a:extLst>
          </p:cNvPr>
          <p:cNvCxnSpPr/>
          <p:nvPr/>
        </p:nvCxnSpPr>
        <p:spPr>
          <a:xfrm>
            <a:off x="8983436" y="5690507"/>
            <a:ext cx="65722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1" name="Google Shape;187;p18">
            <a:extLst>
              <a:ext uri="{FF2B5EF4-FFF2-40B4-BE49-F238E27FC236}">
                <a16:creationId xmlns:a16="http://schemas.microsoft.com/office/drawing/2014/main" id="{00365554-8672-45F2-8939-2D17009BE316}"/>
              </a:ext>
            </a:extLst>
          </p:cNvPr>
          <p:cNvSpPr/>
          <p:nvPr/>
        </p:nvSpPr>
        <p:spPr>
          <a:xfrm>
            <a:off x="8916761" y="5642882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188;p18">
            <a:extLst>
              <a:ext uri="{FF2B5EF4-FFF2-40B4-BE49-F238E27FC236}">
                <a16:creationId xmlns:a16="http://schemas.microsoft.com/office/drawing/2014/main" id="{BF1E553A-E9A0-47F7-A29F-B7E18DEC28BD}"/>
              </a:ext>
            </a:extLst>
          </p:cNvPr>
          <p:cNvCxnSpPr/>
          <p:nvPr/>
        </p:nvCxnSpPr>
        <p:spPr>
          <a:xfrm>
            <a:off x="9631136" y="5023757"/>
            <a:ext cx="9525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3" name="Google Shape;189;p18">
            <a:extLst>
              <a:ext uri="{FF2B5EF4-FFF2-40B4-BE49-F238E27FC236}">
                <a16:creationId xmlns:a16="http://schemas.microsoft.com/office/drawing/2014/main" id="{87343468-9469-4DED-8BF5-44529F646C38}"/>
              </a:ext>
            </a:extLst>
          </p:cNvPr>
          <p:cNvSpPr/>
          <p:nvPr/>
        </p:nvSpPr>
        <p:spPr>
          <a:xfrm>
            <a:off x="8907236" y="4957082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190;p18">
            <a:extLst>
              <a:ext uri="{FF2B5EF4-FFF2-40B4-BE49-F238E27FC236}">
                <a16:creationId xmlns:a16="http://schemas.microsoft.com/office/drawing/2014/main" id="{A6DB8FFD-9EFA-4673-A341-ACA05E04FA2E}"/>
              </a:ext>
            </a:extLst>
          </p:cNvPr>
          <p:cNvSpPr/>
          <p:nvPr/>
        </p:nvSpPr>
        <p:spPr>
          <a:xfrm>
            <a:off x="9593036" y="4976132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191;p18">
            <a:extLst>
              <a:ext uri="{FF2B5EF4-FFF2-40B4-BE49-F238E27FC236}">
                <a16:creationId xmlns:a16="http://schemas.microsoft.com/office/drawing/2014/main" id="{3D6BC902-AC9F-4AA2-9501-CF3A81DA9A1A}"/>
              </a:ext>
            </a:extLst>
          </p:cNvPr>
          <p:cNvSpPr/>
          <p:nvPr/>
        </p:nvSpPr>
        <p:spPr>
          <a:xfrm>
            <a:off x="9602561" y="5661932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192;p18">
            <a:extLst>
              <a:ext uri="{FF2B5EF4-FFF2-40B4-BE49-F238E27FC236}">
                <a16:creationId xmlns:a16="http://schemas.microsoft.com/office/drawing/2014/main" id="{0F0AE008-C817-4809-B543-FA53B5C6BF1C}"/>
              </a:ext>
            </a:extLst>
          </p:cNvPr>
          <p:cNvSpPr/>
          <p:nvPr/>
        </p:nvSpPr>
        <p:spPr>
          <a:xfrm>
            <a:off x="9593036" y="4290332"/>
            <a:ext cx="88900" cy="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193;p18">
            <a:extLst>
              <a:ext uri="{FF2B5EF4-FFF2-40B4-BE49-F238E27FC236}">
                <a16:creationId xmlns:a16="http://schemas.microsoft.com/office/drawing/2014/main" id="{4D817BBC-0F4F-4491-9932-882B72381C41}"/>
              </a:ext>
            </a:extLst>
          </p:cNvPr>
          <p:cNvSpPr txBox="1"/>
          <p:nvPr/>
        </p:nvSpPr>
        <p:spPr>
          <a:xfrm>
            <a:off x="9905773" y="4623707"/>
            <a:ext cx="701675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8" name="Rectangle 6">
            <a:extLst>
              <a:ext uri="{FF2B5EF4-FFF2-40B4-BE49-F238E27FC236}">
                <a16:creationId xmlns:a16="http://schemas.microsoft.com/office/drawing/2014/main" id="{9C8A79E0-2CAE-4251-9AFB-6DA4CD5A6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449" y="845685"/>
            <a:ext cx="11525930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altLang="ru-RU" sz="2400" b="1" dirty="0" err="1">
                <a:solidFill>
                  <a:srgbClr val="FF0000"/>
                </a:solidFill>
                <a:latin typeface="Georgia" panose="02040502050405020303" pitchFamily="18" charset="0"/>
              </a:rPr>
              <a:t>Остовной</a:t>
            </a:r>
            <a:r>
              <a:rPr lang="ru-RU" altLang="ru-RU" sz="2400" b="1" dirty="0">
                <a:solidFill>
                  <a:srgbClr val="FF0000"/>
                </a:solidFill>
                <a:latin typeface="Georgia" panose="02040502050405020303" pitchFamily="18" charset="0"/>
              </a:rPr>
              <a:t> связный подграф </a:t>
            </a:r>
            <a:r>
              <a:rPr lang="ru-RU" altLang="ru-RU" sz="2400" dirty="0">
                <a:latin typeface="Georgia" panose="02040502050405020303" pitchFamily="18" charset="0"/>
              </a:rPr>
              <a:t>– подграф графа </a:t>
            </a:r>
            <a:r>
              <a:rPr lang="en-US" altLang="ru-RU" sz="2400" dirty="0">
                <a:latin typeface="Georgia" panose="02040502050405020303" pitchFamily="18" charset="0"/>
              </a:rPr>
              <a:t>G</a:t>
            </a:r>
            <a:r>
              <a:rPr lang="ru-RU" altLang="ru-RU" sz="2400" dirty="0">
                <a:latin typeface="Georgia" panose="02040502050405020303" pitchFamily="18" charset="0"/>
              </a:rPr>
              <a:t>, который содержит все его вершины и каждая вершина достижима из любой другой.</a:t>
            </a:r>
          </a:p>
        </p:txBody>
      </p:sp>
      <p:sp>
        <p:nvSpPr>
          <p:cNvPr id="79" name="Rectangle 6">
            <a:extLst>
              <a:ext uri="{FF2B5EF4-FFF2-40B4-BE49-F238E27FC236}">
                <a16:creationId xmlns:a16="http://schemas.microsoft.com/office/drawing/2014/main" id="{19E39E2F-B958-42AF-B1E6-E5DC06A3E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449" y="1998210"/>
            <a:ext cx="11681051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400" b="1" dirty="0" err="1">
                <a:solidFill>
                  <a:srgbClr val="FF0000"/>
                </a:solidFill>
                <a:latin typeface="Georgia" panose="02040502050405020303" pitchFamily="18" charset="0"/>
              </a:rPr>
              <a:t>Остовное</a:t>
            </a:r>
            <a:r>
              <a:rPr lang="ru-RU" altLang="ru-RU" sz="2400" b="1" dirty="0">
                <a:solidFill>
                  <a:srgbClr val="FF0000"/>
                </a:solidFill>
                <a:latin typeface="Georgia" panose="02040502050405020303" pitchFamily="18" charset="0"/>
              </a:rPr>
              <a:t> связное дерево</a:t>
            </a:r>
            <a:r>
              <a:rPr lang="ru-RU" altLang="ru-RU" sz="2400" dirty="0">
                <a:latin typeface="Georgia" panose="02040502050405020303" pitchFamily="18" charset="0"/>
              </a:rPr>
              <a:t> – подграф, включающий вершины исходного графа </a:t>
            </a:r>
            <a:r>
              <a:rPr lang="en-US" altLang="ru-RU" sz="2400" dirty="0">
                <a:latin typeface="Georgia" panose="02040502050405020303" pitchFamily="18" charset="0"/>
              </a:rPr>
              <a:t>G</a:t>
            </a:r>
            <a:r>
              <a:rPr lang="ru-RU" altLang="ru-RU" sz="2400" dirty="0">
                <a:latin typeface="Georgia" panose="02040502050405020303" pitchFamily="18" charset="0"/>
              </a:rPr>
              <a:t>, не содержащего циклы, каждая вершина которого достижима из любой другой.</a:t>
            </a:r>
          </a:p>
        </p:txBody>
      </p:sp>
    </p:spTree>
    <p:extLst>
      <p:ext uri="{BB962C8B-B14F-4D97-AF65-F5344CB8AC3E}">
        <p14:creationId xmlns:p14="http://schemas.microsoft.com/office/powerpoint/2010/main" val="118017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6" grpId="0" animBg="1"/>
      <p:bldP spid="37" grpId="0" animBg="1"/>
      <p:bldP spid="38" grpId="0" animBg="1"/>
      <p:bldP spid="39" grpId="0" animBg="1"/>
      <p:bldP spid="43" grpId="0" animBg="1"/>
      <p:bldP spid="45" grpId="0" animBg="1"/>
      <p:bldP spid="46" grpId="0" animBg="1"/>
      <p:bldP spid="47" grpId="0" animBg="1"/>
      <p:bldP spid="48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71" grpId="0" animBg="1"/>
      <p:bldP spid="73" grpId="0" animBg="1"/>
      <p:bldP spid="74" grpId="0" animBg="1"/>
      <p:bldP spid="75" grpId="0" animBg="1"/>
      <p:bldP spid="76" grpId="0" animBg="1"/>
      <p:bldP spid="7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B07BF3EC-13E9-49C1-9AA4-48ED8752E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431" y="1585913"/>
            <a:ext cx="9013372" cy="14954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Tx/>
              <a:buNone/>
              <a:defRPr/>
            </a:pP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Цикломатическое число </a:t>
            </a:r>
            <a:r>
              <a:rPr lang="el-GR" sz="3200" b="1" dirty="0">
                <a:cs typeface="Arial" charset="0"/>
              </a:rPr>
              <a:t>γ</a:t>
            </a:r>
            <a:r>
              <a:rPr lang="ru-RU" dirty="0"/>
              <a:t> показывает, сколько ребер нужно удалить из графа, чтобы в нем не осталось циклов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32C984-83FF-4ACC-9770-DEA6C40742D5}"/>
              </a:ext>
            </a:extLst>
          </p:cNvPr>
          <p:cNvSpPr txBox="1"/>
          <p:nvPr/>
        </p:nvSpPr>
        <p:spPr>
          <a:xfrm>
            <a:off x="4163105" y="3639118"/>
            <a:ext cx="4010025" cy="14462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l-GR" sz="2800" dirty="0">
                <a:latin typeface="Georgia" panose="02040502050405020303" pitchFamily="18" charset="0"/>
                <a:cs typeface="Arial" charset="0"/>
              </a:rPr>
              <a:t> </a:t>
            </a:r>
            <a:r>
              <a:rPr lang="el-GR" sz="3200" b="1" dirty="0">
                <a:latin typeface="Georgia" panose="02040502050405020303" pitchFamily="18" charset="0"/>
                <a:cs typeface="Arial" charset="0"/>
              </a:rPr>
              <a:t>γ </a:t>
            </a:r>
            <a:r>
              <a:rPr lang="ru-RU" sz="3200" b="1" dirty="0">
                <a:latin typeface="Georgia" panose="02040502050405020303" pitchFamily="18" charset="0"/>
                <a:cs typeface="Arial" charset="0"/>
              </a:rPr>
              <a:t>= </a:t>
            </a:r>
            <a:r>
              <a:rPr lang="en-US" sz="3200" b="1" dirty="0">
                <a:latin typeface="Georgia" panose="02040502050405020303" pitchFamily="18" charset="0"/>
                <a:cs typeface="Arial" charset="0"/>
              </a:rPr>
              <a:t>m – n + 1</a:t>
            </a:r>
            <a:r>
              <a:rPr lang="ru-RU" sz="2800" dirty="0">
                <a:latin typeface="Georgia" panose="02040502050405020303" pitchFamily="18" charset="0"/>
                <a:cs typeface="Arial" charset="0"/>
              </a:rPr>
              <a:t>,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sz="2800" dirty="0">
                <a:latin typeface="Georgia" panose="02040502050405020303" pitchFamily="18" charset="0"/>
                <a:cs typeface="Arial" charset="0"/>
              </a:rPr>
              <a:t>m</a:t>
            </a:r>
            <a:r>
              <a:rPr lang="ru-RU" sz="2800" dirty="0">
                <a:latin typeface="Georgia" panose="02040502050405020303" pitchFamily="18" charset="0"/>
                <a:cs typeface="Arial" charset="0"/>
              </a:rPr>
              <a:t> - количество ребер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sz="2800" dirty="0">
                <a:latin typeface="Georgia" panose="02040502050405020303" pitchFamily="18" charset="0"/>
                <a:cs typeface="Arial" charset="0"/>
              </a:rPr>
              <a:t>n</a:t>
            </a:r>
            <a:r>
              <a:rPr lang="ru-RU" sz="2800" dirty="0">
                <a:latin typeface="Georgia" panose="02040502050405020303" pitchFamily="18" charset="0"/>
                <a:cs typeface="Arial" charset="0"/>
              </a:rPr>
              <a:t> - количество вершин</a:t>
            </a:r>
            <a:endParaRPr lang="ru-RU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86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8C449E-9C09-42FC-BEAB-DE3F5A968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313" y="44450"/>
            <a:ext cx="8229600" cy="719138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>
                <a:latin typeface="Georgia" panose="02040502050405020303" pitchFamily="18" charset="0"/>
              </a:rPr>
              <a:t>Задача 1</a:t>
            </a:r>
          </a:p>
        </p:txBody>
      </p:sp>
      <p:sp>
        <p:nvSpPr>
          <p:cNvPr id="11267" name="Объект 2">
            <a:extLst>
              <a:ext uri="{FF2B5EF4-FFF2-40B4-BE49-F238E27FC236}">
                <a16:creationId xmlns:a16="http://schemas.microsoft.com/office/drawing/2014/main" id="{BAF6D9D8-76B2-418E-817E-2ECCE7E4F8B8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981200" y="1789339"/>
            <a:ext cx="8229600" cy="34559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 algn="just">
              <a:buNone/>
            </a:pPr>
            <a:r>
              <a:rPr lang="ru-RU" altLang="ru-RU" sz="2400" dirty="0">
                <a:latin typeface="Georgia" panose="02040502050405020303" pitchFamily="18" charset="0"/>
              </a:rPr>
              <a:t>В некотором районе было решено провести газопровод между пятью деревнями. От Кошкино до </a:t>
            </a:r>
            <a:r>
              <a:rPr lang="ru-RU" altLang="ru-RU" sz="2400" dirty="0" err="1">
                <a:latin typeface="Georgia" panose="02040502050405020303" pitchFamily="18" charset="0"/>
              </a:rPr>
              <a:t>Мышкино</a:t>
            </a:r>
            <a:r>
              <a:rPr lang="ru-RU" altLang="ru-RU" sz="2400" dirty="0">
                <a:latin typeface="Georgia" panose="02040502050405020303" pitchFamily="18" charset="0"/>
              </a:rPr>
              <a:t> идти 10 км, от </a:t>
            </a:r>
            <a:r>
              <a:rPr lang="ru-RU" altLang="ru-RU" sz="2400" dirty="0" err="1">
                <a:latin typeface="Georgia" panose="02040502050405020303" pitchFamily="18" charset="0"/>
              </a:rPr>
              <a:t>Мышкино</a:t>
            </a:r>
            <a:r>
              <a:rPr lang="ru-RU" altLang="ru-RU" sz="2400" dirty="0">
                <a:latin typeface="Georgia" panose="02040502050405020303" pitchFamily="18" charset="0"/>
              </a:rPr>
              <a:t> до Ступино – 3 км, от Кошкино до Малаховки – 6 км, от Малаховки до </a:t>
            </a:r>
            <a:r>
              <a:rPr lang="ru-RU" altLang="ru-RU" sz="2400" dirty="0" err="1">
                <a:latin typeface="Georgia" panose="02040502050405020303" pitchFamily="18" charset="0"/>
              </a:rPr>
              <a:t>Черняевки</a:t>
            </a:r>
            <a:r>
              <a:rPr lang="ru-RU" altLang="ru-RU" sz="2400" dirty="0">
                <a:latin typeface="Georgia" panose="02040502050405020303" pitchFamily="18" charset="0"/>
              </a:rPr>
              <a:t> – 12 км, от Кошкино до Ступино – 11 км, от </a:t>
            </a:r>
            <a:r>
              <a:rPr lang="ru-RU" altLang="ru-RU" sz="2400" dirty="0" err="1">
                <a:latin typeface="Georgia" panose="02040502050405020303" pitchFamily="18" charset="0"/>
              </a:rPr>
              <a:t>Мышкино</a:t>
            </a:r>
            <a:r>
              <a:rPr lang="ru-RU" altLang="ru-RU" sz="2400" dirty="0">
                <a:latin typeface="Georgia" panose="02040502050405020303" pitchFamily="18" charset="0"/>
              </a:rPr>
              <a:t> до </a:t>
            </a:r>
            <a:r>
              <a:rPr lang="ru-RU" altLang="ru-RU" sz="2400" dirty="0" err="1">
                <a:latin typeface="Georgia" panose="02040502050405020303" pitchFamily="18" charset="0"/>
              </a:rPr>
              <a:t>Чернеевки</a:t>
            </a:r>
            <a:r>
              <a:rPr lang="ru-RU" altLang="ru-RU" sz="2400" dirty="0">
                <a:latin typeface="Georgia" panose="02040502050405020303" pitchFamily="18" charset="0"/>
              </a:rPr>
              <a:t> – 5 км, от Кошкино до </a:t>
            </a:r>
            <a:r>
              <a:rPr lang="ru-RU" altLang="ru-RU" sz="2400" dirty="0" err="1">
                <a:latin typeface="Georgia" panose="02040502050405020303" pitchFamily="18" charset="0"/>
              </a:rPr>
              <a:t>Чернеевки</a:t>
            </a:r>
            <a:r>
              <a:rPr lang="ru-RU" altLang="ru-RU" sz="2400" dirty="0">
                <a:latin typeface="Georgia" panose="02040502050405020303" pitchFamily="18" charset="0"/>
              </a:rPr>
              <a:t> – 7 км. Как необходимо провести трубу, чтобы она соединяла все пять деревень, и затраты при этом были минимальными?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0D665-9DD4-4A4B-8E75-5F76DC9A8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313" y="44450"/>
            <a:ext cx="8229600" cy="719138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>
                <a:latin typeface="Georgia" panose="02040502050405020303" pitchFamily="18" charset="0"/>
              </a:rPr>
              <a:t>Задача 1</a:t>
            </a:r>
          </a:p>
        </p:txBody>
      </p:sp>
      <p:sp>
        <p:nvSpPr>
          <p:cNvPr id="12291" name="Объект 2">
            <a:extLst>
              <a:ext uri="{FF2B5EF4-FFF2-40B4-BE49-F238E27FC236}">
                <a16:creationId xmlns:a16="http://schemas.microsoft.com/office/drawing/2014/main" id="{6855EEEE-AE3E-4270-A820-9EF8433D1E88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981200" y="981075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 algn="just">
              <a:buNone/>
            </a:pPr>
            <a:r>
              <a:rPr lang="ru-RU" altLang="ru-RU" sz="2400">
                <a:latin typeface="Georgia" panose="02040502050405020303" pitchFamily="18" charset="0"/>
              </a:rPr>
              <a:t>Построим граф, моделирующий дороги, соединяющие деревни.</a:t>
            </a:r>
          </a:p>
        </p:txBody>
      </p: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EB9F8488-6282-4BBE-94D7-25BEC9933298}"/>
              </a:ext>
            </a:extLst>
          </p:cNvPr>
          <p:cNvGrpSpPr>
            <a:grpSpLocks/>
          </p:cNvGrpSpPr>
          <p:nvPr/>
        </p:nvGrpSpPr>
        <p:grpSpPr bwMode="auto">
          <a:xfrm>
            <a:off x="2063750" y="1885951"/>
            <a:ext cx="8064500" cy="3827463"/>
            <a:chOff x="539552" y="1885364"/>
            <a:chExt cx="8064896" cy="3828162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FD092B7A-EC55-4AF2-91E8-62EFDDCE31C7}"/>
                </a:ext>
              </a:extLst>
            </p:cNvPr>
            <p:cNvSpPr/>
            <p:nvPr/>
          </p:nvSpPr>
          <p:spPr>
            <a:xfrm>
              <a:off x="899933" y="2277549"/>
              <a:ext cx="2232135" cy="503329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2400" b="1" dirty="0" err="1">
                  <a:solidFill>
                    <a:schemeClr val="bg1"/>
                  </a:solidFill>
                  <a:latin typeface="Georgia" panose="02040502050405020303" pitchFamily="18" charset="0"/>
                </a:rPr>
                <a:t>Чернеевка</a:t>
              </a:r>
              <a:endParaRPr lang="ru-RU" sz="2400" b="1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5" name="Скругленный прямоугольник 4">
              <a:extLst>
                <a:ext uri="{FF2B5EF4-FFF2-40B4-BE49-F238E27FC236}">
                  <a16:creationId xmlns:a16="http://schemas.microsoft.com/office/drawing/2014/main" id="{404F565B-988E-4D09-95A2-24839857E35F}"/>
                </a:ext>
              </a:extLst>
            </p:cNvPr>
            <p:cNvSpPr/>
            <p:nvPr/>
          </p:nvSpPr>
          <p:spPr>
            <a:xfrm>
              <a:off x="539552" y="3828819"/>
              <a:ext cx="2232135" cy="503330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2400" b="1" dirty="0" err="1">
                  <a:solidFill>
                    <a:schemeClr val="bg1"/>
                  </a:solidFill>
                  <a:latin typeface="Georgia" panose="02040502050405020303" pitchFamily="18" charset="0"/>
                </a:rPr>
                <a:t>Мышкино</a:t>
              </a:r>
              <a:endParaRPr lang="ru-RU" sz="2400" b="1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6" name="Скругленный прямоугольник 5">
              <a:extLst>
                <a:ext uri="{FF2B5EF4-FFF2-40B4-BE49-F238E27FC236}">
                  <a16:creationId xmlns:a16="http://schemas.microsoft.com/office/drawing/2014/main" id="{080C7515-0D4A-40F8-AB11-2DD228C41000}"/>
                </a:ext>
              </a:extLst>
            </p:cNvPr>
            <p:cNvSpPr/>
            <p:nvPr/>
          </p:nvSpPr>
          <p:spPr>
            <a:xfrm>
              <a:off x="2228735" y="5210196"/>
              <a:ext cx="2232135" cy="503330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24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Ступино</a:t>
              </a:r>
            </a:p>
          </p:txBody>
        </p:sp>
        <p:sp>
          <p:nvSpPr>
            <p:cNvPr id="7" name="Скругленный прямоугольник 6">
              <a:extLst>
                <a:ext uri="{FF2B5EF4-FFF2-40B4-BE49-F238E27FC236}">
                  <a16:creationId xmlns:a16="http://schemas.microsoft.com/office/drawing/2014/main" id="{9C48BE55-91C0-49D7-8801-E95111B45B8D}"/>
                </a:ext>
              </a:extLst>
            </p:cNvPr>
            <p:cNvSpPr/>
            <p:nvPr/>
          </p:nvSpPr>
          <p:spPr>
            <a:xfrm>
              <a:off x="6084962" y="3809765"/>
              <a:ext cx="2232135" cy="504917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24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Кошкино</a:t>
              </a:r>
            </a:p>
          </p:txBody>
        </p:sp>
        <p:sp>
          <p:nvSpPr>
            <p:cNvPr id="8" name="Скругленный прямоугольник 7">
              <a:extLst>
                <a:ext uri="{FF2B5EF4-FFF2-40B4-BE49-F238E27FC236}">
                  <a16:creationId xmlns:a16="http://schemas.microsoft.com/office/drawing/2014/main" id="{FB0B6B7C-B741-4990-99D0-F534E7C49E9A}"/>
                </a:ext>
              </a:extLst>
            </p:cNvPr>
            <p:cNvSpPr/>
            <p:nvPr/>
          </p:nvSpPr>
          <p:spPr>
            <a:xfrm>
              <a:off x="6372313" y="2025090"/>
              <a:ext cx="2232135" cy="503330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2400" b="1" dirty="0" err="1">
                  <a:solidFill>
                    <a:schemeClr val="bg1"/>
                  </a:solidFill>
                  <a:latin typeface="Georgia" panose="02040502050405020303" pitchFamily="18" charset="0"/>
                </a:rPr>
                <a:t>Малаховка</a:t>
              </a:r>
              <a:endParaRPr lang="ru-RU" sz="2400" b="1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60C7B81B-8152-48BE-A546-7B1119F36D64}"/>
                </a:ext>
              </a:extLst>
            </p:cNvPr>
            <p:cNvCxnSpPr>
              <a:stCxn id="5" idx="0"/>
              <a:endCxn id="4" idx="2"/>
            </p:cNvCxnSpPr>
            <p:nvPr/>
          </p:nvCxnSpPr>
          <p:spPr>
            <a:xfrm flipV="1">
              <a:off x="1655620" y="2780878"/>
              <a:ext cx="360380" cy="10479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28EC6165-EDDC-441D-BE50-03A7A565B56E}"/>
                </a:ext>
              </a:extLst>
            </p:cNvPr>
            <p:cNvCxnSpPr>
              <a:stCxn id="7" idx="0"/>
              <a:endCxn id="8" idx="2"/>
            </p:cNvCxnSpPr>
            <p:nvPr/>
          </p:nvCxnSpPr>
          <p:spPr>
            <a:xfrm flipV="1">
              <a:off x="7201029" y="2528419"/>
              <a:ext cx="287352" cy="128134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827DA493-843A-45D1-9E67-05FEB912EA52}"/>
                </a:ext>
              </a:extLst>
            </p:cNvPr>
            <p:cNvCxnSpPr>
              <a:stCxn id="5" idx="3"/>
              <a:endCxn id="7" idx="1"/>
            </p:cNvCxnSpPr>
            <p:nvPr/>
          </p:nvCxnSpPr>
          <p:spPr>
            <a:xfrm flipV="1">
              <a:off x="2771687" y="4062224"/>
              <a:ext cx="3313276" cy="1746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A163D8DF-E99E-4B36-B0DF-B810E6EA0519}"/>
                </a:ext>
              </a:extLst>
            </p:cNvPr>
            <p:cNvCxnSpPr>
              <a:stCxn id="4" idx="3"/>
              <a:endCxn id="8" idx="1"/>
            </p:cNvCxnSpPr>
            <p:nvPr/>
          </p:nvCxnSpPr>
          <p:spPr>
            <a:xfrm flipV="1">
              <a:off x="3132067" y="2277549"/>
              <a:ext cx="3240246" cy="25087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8F12C385-227D-44B2-8315-746111931152}"/>
                </a:ext>
              </a:extLst>
            </p:cNvPr>
            <p:cNvCxnSpPr>
              <a:stCxn id="6" idx="3"/>
              <a:endCxn id="7" idx="2"/>
            </p:cNvCxnSpPr>
            <p:nvPr/>
          </p:nvCxnSpPr>
          <p:spPr>
            <a:xfrm flipV="1">
              <a:off x="4460870" y="4314683"/>
              <a:ext cx="2740160" cy="114638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21E44297-FEF8-4143-AF99-E38B950220BA}"/>
                </a:ext>
              </a:extLst>
            </p:cNvPr>
            <p:cNvCxnSpPr>
              <a:stCxn id="6" idx="0"/>
              <a:endCxn id="5" idx="2"/>
            </p:cNvCxnSpPr>
            <p:nvPr/>
          </p:nvCxnSpPr>
          <p:spPr>
            <a:xfrm flipH="1" flipV="1">
              <a:off x="1655620" y="4332149"/>
              <a:ext cx="1689183" cy="8780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A3C56A36-B6B7-40A2-A7E9-925E7EB5BC6A}"/>
                </a:ext>
              </a:extLst>
            </p:cNvPr>
            <p:cNvCxnSpPr>
              <a:stCxn id="7" idx="0"/>
            </p:cNvCxnSpPr>
            <p:nvPr/>
          </p:nvCxnSpPr>
          <p:spPr>
            <a:xfrm flipH="1" flipV="1">
              <a:off x="3165406" y="2528419"/>
              <a:ext cx="4035623" cy="128134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C976321-5039-40AF-A085-362B697ECE7D}"/>
                </a:ext>
              </a:extLst>
            </p:cNvPr>
            <p:cNvSpPr txBox="1"/>
            <p:nvPr/>
          </p:nvSpPr>
          <p:spPr>
            <a:xfrm rot="21363679">
              <a:off x="4505322" y="1885364"/>
              <a:ext cx="584229" cy="52397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12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93CBDB5-B365-44EF-87B0-7DA42793F8C0}"/>
                </a:ext>
              </a:extLst>
            </p:cNvPr>
            <p:cNvSpPr txBox="1"/>
            <p:nvPr/>
          </p:nvSpPr>
          <p:spPr>
            <a:xfrm rot="1078789">
              <a:off x="5254659" y="2715779"/>
              <a:ext cx="382607" cy="52238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7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F94E112-9654-4D97-AFB7-F667C6FB3E2A}"/>
                </a:ext>
              </a:extLst>
            </p:cNvPr>
            <p:cNvSpPr txBox="1"/>
            <p:nvPr/>
          </p:nvSpPr>
          <p:spPr>
            <a:xfrm>
              <a:off x="4117953" y="3519200"/>
              <a:ext cx="612805" cy="52397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A54E91C-4D4A-4459-8663-5430A112B209}"/>
                </a:ext>
              </a:extLst>
            </p:cNvPr>
            <p:cNvSpPr txBox="1"/>
            <p:nvPr/>
          </p:nvSpPr>
          <p:spPr>
            <a:xfrm rot="20072864">
              <a:off x="4976833" y="4625889"/>
              <a:ext cx="538188" cy="52397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11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583F69-3F8A-47A3-AEC4-402E4B5A3F99}"/>
                </a:ext>
              </a:extLst>
            </p:cNvPr>
            <p:cNvSpPr txBox="1"/>
            <p:nvPr/>
          </p:nvSpPr>
          <p:spPr>
            <a:xfrm rot="1675232">
              <a:off x="2566890" y="4359141"/>
              <a:ext cx="409595" cy="5223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E8AC7F1-5E41-48AA-9C31-195F54A71B9B}"/>
                </a:ext>
              </a:extLst>
            </p:cNvPr>
            <p:cNvSpPr txBox="1"/>
            <p:nvPr/>
          </p:nvSpPr>
          <p:spPr>
            <a:xfrm rot="582201">
              <a:off x="7397889" y="2798344"/>
              <a:ext cx="415945" cy="52397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6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FF5FF42-2C81-4B4C-A20D-D47C9142EA10}"/>
                </a:ext>
              </a:extLst>
            </p:cNvPr>
            <p:cNvSpPr txBox="1"/>
            <p:nvPr/>
          </p:nvSpPr>
          <p:spPr>
            <a:xfrm rot="1159065">
              <a:off x="1427009" y="2931718"/>
              <a:ext cx="400070" cy="52397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5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472068-75E7-4AB8-A3D0-DE2F928AF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313" y="44450"/>
            <a:ext cx="8229600" cy="719138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>
                <a:latin typeface="Georgia" panose="02040502050405020303" pitchFamily="18" charset="0"/>
              </a:rPr>
              <a:t>Задача 1</a:t>
            </a:r>
          </a:p>
        </p:txBody>
      </p:sp>
      <p:sp>
        <p:nvSpPr>
          <p:cNvPr id="13315" name="Объект 2">
            <a:extLst>
              <a:ext uri="{FF2B5EF4-FFF2-40B4-BE49-F238E27FC236}">
                <a16:creationId xmlns:a16="http://schemas.microsoft.com/office/drawing/2014/main" id="{2479ECC1-6BD0-421E-938F-9A7D39CE73A4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981200" y="981075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 algn="just">
              <a:buNone/>
            </a:pPr>
            <a:r>
              <a:rPr lang="ru-RU" altLang="ru-RU" sz="2400">
                <a:latin typeface="Georgia" panose="02040502050405020303" pitchFamily="18" charset="0"/>
              </a:rPr>
              <a:t>Задача сводится к построению остовного связного дерева минимального веса.</a:t>
            </a: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73E1666F-A58A-4864-814B-97390E82CA1C}"/>
              </a:ext>
            </a:extLst>
          </p:cNvPr>
          <p:cNvSpPr txBox="1">
            <a:spLocks/>
          </p:cNvSpPr>
          <p:nvPr/>
        </p:nvSpPr>
        <p:spPr bwMode="auto">
          <a:xfrm>
            <a:off x="1992313" y="18446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400">
                <a:latin typeface="Georgia" panose="02040502050405020303" pitchFamily="18" charset="0"/>
              </a:rPr>
              <a:t>Рассчитаем цикломатическое число.</a:t>
            </a:r>
          </a:p>
        </p:txBody>
      </p:sp>
      <p:sp>
        <p:nvSpPr>
          <p:cNvPr id="26" name="Объект 2">
            <a:extLst>
              <a:ext uri="{FF2B5EF4-FFF2-40B4-BE49-F238E27FC236}">
                <a16:creationId xmlns:a16="http://schemas.microsoft.com/office/drawing/2014/main" id="{482FEB87-4966-4D75-9183-EAFD5D0143B4}"/>
              </a:ext>
            </a:extLst>
          </p:cNvPr>
          <p:cNvSpPr txBox="1">
            <a:spLocks/>
          </p:cNvSpPr>
          <p:nvPr/>
        </p:nvSpPr>
        <p:spPr>
          <a:xfrm>
            <a:off x="2782889" y="2565400"/>
            <a:ext cx="6408737" cy="19431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  <a:defRPr/>
            </a:pPr>
            <a:r>
              <a:rPr lang="en-US" sz="3200" b="1" dirty="0">
                <a:solidFill>
                  <a:srgbClr val="FF0000"/>
                </a:solidFill>
                <a:latin typeface="Georgia" panose="02040502050405020303" pitchFamily="18" charset="0"/>
                <a:cs typeface="Arial" charset="0"/>
              </a:rPr>
              <a:t>m</a:t>
            </a:r>
            <a:r>
              <a:rPr lang="ru-RU" sz="2400" dirty="0">
                <a:latin typeface="Georgia" panose="02040502050405020303" pitchFamily="18" charset="0"/>
                <a:cs typeface="Arial" charset="0"/>
              </a:rPr>
              <a:t> (количество ребер) равно</a:t>
            </a:r>
            <a:r>
              <a:rPr lang="en-US" sz="2400" dirty="0">
                <a:latin typeface="Georgia" panose="02040502050405020303" pitchFamily="18" charset="0"/>
                <a:cs typeface="Arial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charset="0"/>
              </a:rPr>
              <a:t>7</a:t>
            </a:r>
            <a:r>
              <a:rPr lang="ru-RU" sz="2400" dirty="0">
                <a:latin typeface="Georgia" panose="02040502050405020303" pitchFamily="18" charset="0"/>
                <a:cs typeface="Arial" charset="0"/>
              </a:rPr>
              <a:t> </a:t>
            </a:r>
          </a:p>
          <a:p>
            <a:pPr marL="0" indent="0" algn="ctr" fontAlgn="auto">
              <a:spcAft>
                <a:spcPts val="0"/>
              </a:spcAft>
              <a:buNone/>
              <a:defRPr/>
            </a:pPr>
            <a:r>
              <a:rPr lang="en-US" sz="3200" b="1" dirty="0">
                <a:solidFill>
                  <a:srgbClr val="FF0000"/>
                </a:solidFill>
                <a:latin typeface="Georgia" panose="02040502050405020303" pitchFamily="18" charset="0"/>
                <a:cs typeface="Arial" charset="0"/>
              </a:rPr>
              <a:t>n</a:t>
            </a:r>
            <a:r>
              <a:rPr lang="en-US" sz="3200" b="1" dirty="0">
                <a:latin typeface="Georgia" panose="02040502050405020303" pitchFamily="18" charset="0"/>
                <a:cs typeface="Arial" charset="0"/>
              </a:rPr>
              <a:t> </a:t>
            </a:r>
            <a:r>
              <a:rPr lang="en-US" sz="2400" dirty="0">
                <a:latin typeface="Georgia" panose="02040502050405020303" pitchFamily="18" charset="0"/>
                <a:cs typeface="Arial" charset="0"/>
              </a:rPr>
              <a:t>(</a:t>
            </a:r>
            <a:r>
              <a:rPr lang="ru-RU" sz="2400" dirty="0">
                <a:latin typeface="Georgia" panose="02040502050405020303" pitchFamily="18" charset="0"/>
                <a:cs typeface="Arial" charset="0"/>
              </a:rPr>
              <a:t>количество вершин</a:t>
            </a:r>
            <a:r>
              <a:rPr lang="en-US" sz="2400" dirty="0">
                <a:latin typeface="Georgia" panose="02040502050405020303" pitchFamily="18" charset="0"/>
                <a:cs typeface="Arial" charset="0"/>
              </a:rPr>
              <a:t>) </a:t>
            </a:r>
            <a:r>
              <a:rPr lang="ru-RU" sz="2400" dirty="0">
                <a:latin typeface="Georgia" panose="02040502050405020303" pitchFamily="18" charset="0"/>
                <a:cs typeface="Arial" charset="0"/>
              </a:rPr>
              <a:t>рано </a:t>
            </a:r>
            <a:r>
              <a:rPr lang="ru-RU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charset="0"/>
              </a:rPr>
              <a:t>5</a:t>
            </a:r>
            <a:endParaRPr lang="ru-RU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charset="0"/>
            </a:endParaRPr>
          </a:p>
          <a:p>
            <a:pPr marL="0" indent="0" algn="ctr" fontAlgn="auto">
              <a:spcAft>
                <a:spcPts val="0"/>
              </a:spcAft>
              <a:buNone/>
              <a:defRPr/>
            </a:pPr>
            <a:r>
              <a:rPr lang="el-GR" sz="3200" b="1" dirty="0">
                <a:solidFill>
                  <a:srgbClr val="FF0000"/>
                </a:solidFill>
                <a:latin typeface="Georgia" panose="02040502050405020303" pitchFamily="18" charset="0"/>
                <a:cs typeface="Arial" charset="0"/>
              </a:rPr>
              <a:t>γ </a:t>
            </a:r>
            <a:r>
              <a:rPr lang="ru-RU" sz="3200" b="1" dirty="0">
                <a:solidFill>
                  <a:srgbClr val="FF0000"/>
                </a:solidFill>
                <a:latin typeface="Georgia" panose="02040502050405020303" pitchFamily="18" charset="0"/>
                <a:cs typeface="Arial" charset="0"/>
              </a:rPr>
              <a:t>= </a:t>
            </a:r>
            <a:r>
              <a:rPr lang="en-US" sz="3200" b="1" dirty="0">
                <a:solidFill>
                  <a:srgbClr val="FF0000"/>
                </a:solidFill>
                <a:latin typeface="Georgia" panose="02040502050405020303" pitchFamily="18" charset="0"/>
                <a:cs typeface="Arial" charset="0"/>
              </a:rPr>
              <a:t>7 – 5 + 1 = 3</a:t>
            </a:r>
            <a:endParaRPr lang="ru-RU" sz="2400" dirty="0">
              <a:solidFill>
                <a:srgbClr val="FF0000"/>
              </a:solidFill>
              <a:latin typeface="Georgia" panose="02040502050405020303" pitchFamily="18" charset="0"/>
              <a:cs typeface="Arial" charset="0"/>
            </a:endParaRPr>
          </a:p>
        </p:txBody>
      </p:sp>
      <p:sp>
        <p:nvSpPr>
          <p:cNvPr id="27" name="Объект 2">
            <a:extLst>
              <a:ext uri="{FF2B5EF4-FFF2-40B4-BE49-F238E27FC236}">
                <a16:creationId xmlns:a16="http://schemas.microsoft.com/office/drawing/2014/main" id="{85000261-82C3-454B-867A-9ECDECF47736}"/>
              </a:ext>
            </a:extLst>
          </p:cNvPr>
          <p:cNvSpPr txBox="1">
            <a:spLocks/>
          </p:cNvSpPr>
          <p:nvPr/>
        </p:nvSpPr>
        <p:spPr bwMode="auto">
          <a:xfrm>
            <a:off x="1992313" y="4797425"/>
            <a:ext cx="9298894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400" dirty="0">
                <a:latin typeface="Georgia" panose="02040502050405020303" pitchFamily="18" charset="0"/>
              </a:rPr>
              <a:t>Т.е. три деревни напрямую соединены газовой трубой не будут.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build="p" animBg="1"/>
      <p:bldP spid="2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>
            <a:extLst>
              <a:ext uri="{FF2B5EF4-FFF2-40B4-BE49-F238E27FC236}">
                <a16:creationId xmlns:a16="http://schemas.microsoft.com/office/drawing/2014/main" id="{F0117053-A99A-48D0-93CF-05A3DD5987C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Алгоритм Прима</a:t>
            </a:r>
          </a:p>
        </p:txBody>
      </p:sp>
      <p:sp>
        <p:nvSpPr>
          <p:cNvPr id="465923" name="Rectangle 3">
            <a:extLst>
              <a:ext uri="{FF2B5EF4-FFF2-40B4-BE49-F238E27FC236}">
                <a16:creationId xmlns:a16="http://schemas.microsoft.com/office/drawing/2014/main" id="{7B96E219-3CB7-414A-B57B-4FB0BF5311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19288" y="1989139"/>
            <a:ext cx="8229600" cy="3844925"/>
          </a:xfrm>
        </p:spPr>
        <p:txBody>
          <a:bodyPr/>
          <a:lstStyle/>
          <a:p>
            <a:r>
              <a:rPr lang="ru-RU" altLang="ru-RU" b="1"/>
              <a:t>Начало алгоритма: с произвольной вершины</a:t>
            </a:r>
          </a:p>
          <a:p>
            <a:r>
              <a:rPr lang="ru-RU" altLang="ru-RU" b="1"/>
              <a:t>К текущему дереву присоединяется смежная вершина с кратчайшим ребром. </a:t>
            </a:r>
          </a:p>
          <a:p>
            <a:r>
              <a:rPr lang="ru-RU" altLang="ru-RU" b="1"/>
              <a:t>Окончание алгоритма: либо все вершины подключены, либо невозможно подключить ни одно ребро.</a:t>
            </a:r>
          </a:p>
          <a:p>
            <a:endParaRPr lang="ru-RU" altLang="ru-RU" b="1"/>
          </a:p>
        </p:txBody>
      </p:sp>
    </p:spTree>
    <p:extLst>
      <p:ext uri="{BB962C8B-B14F-4D97-AF65-F5344CB8AC3E}">
        <p14:creationId xmlns:p14="http://schemas.microsoft.com/office/powerpoint/2010/main" val="2345800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751123-95D0-4597-81EF-39B0ECD62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313" y="-26988"/>
            <a:ext cx="8229600" cy="719138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>
                <a:latin typeface="Georgia" panose="02040502050405020303" pitchFamily="18" charset="0"/>
              </a:rPr>
              <a:t>Алгоритм Прима</a:t>
            </a:r>
          </a:p>
        </p:txBody>
      </p:sp>
      <p:sp>
        <p:nvSpPr>
          <p:cNvPr id="14339" name="Объект 2">
            <a:extLst>
              <a:ext uri="{FF2B5EF4-FFF2-40B4-BE49-F238E27FC236}">
                <a16:creationId xmlns:a16="http://schemas.microsoft.com/office/drawing/2014/main" id="{29BF8A23-C95F-4337-917A-07B80624CDF4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981200" y="725489"/>
            <a:ext cx="8229600" cy="12969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 algn="just">
              <a:buNone/>
            </a:pPr>
            <a:r>
              <a:rPr lang="ru-RU" altLang="ru-RU" sz="2400">
                <a:latin typeface="Georgia" panose="02040502050405020303" pitchFamily="18" charset="0"/>
              </a:rPr>
              <a:t>Пусть дан взвешенный неориентированный граф.</a:t>
            </a:r>
          </a:p>
          <a:p>
            <a:pPr marL="0" indent="0" algn="just">
              <a:buNone/>
            </a:pPr>
            <a:r>
              <a:rPr lang="ru-RU" altLang="ru-RU" sz="2400">
                <a:latin typeface="Georgia" panose="02040502050405020303" pitchFamily="18" charset="0"/>
              </a:rPr>
              <a:t>Для построения минимального остовного дерева необходимо: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0136EB-4B28-4144-AA2A-9DCEF0C39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6938" y="1917701"/>
            <a:ext cx="7080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Georgia" panose="02040502050405020303" pitchFamily="18" charset="0"/>
              </a:rPr>
              <a:t>1. Представить граф в виде матрицы смежности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4A6282-A7D7-4A09-B050-8CB00F97C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6939" y="2379663"/>
            <a:ext cx="828198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2425" indent="-3524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Georgia" panose="02040502050405020303" pitchFamily="18" charset="0"/>
              </a:rPr>
              <a:t>2. Найти в матрице наименьший элемент, соответству-ющий ребру, соединяющему </a:t>
            </a:r>
            <a:r>
              <a:rPr lang="en-US" altLang="ru-RU" sz="2400">
                <a:latin typeface="Georgia" panose="02040502050405020303" pitchFamily="18" charset="0"/>
              </a:rPr>
              <a:t>i-</a:t>
            </a:r>
            <a:r>
              <a:rPr lang="ru-RU" altLang="ru-RU" sz="2400">
                <a:latin typeface="Georgia" panose="02040502050405020303" pitchFamily="18" charset="0"/>
              </a:rPr>
              <a:t>ю и </a:t>
            </a:r>
            <a:r>
              <a:rPr lang="en-US" altLang="ru-RU" sz="2400">
                <a:latin typeface="Georgia" panose="02040502050405020303" pitchFamily="18" charset="0"/>
              </a:rPr>
              <a:t>j-</a:t>
            </a:r>
            <a:r>
              <a:rPr lang="ru-RU" altLang="ru-RU" sz="2400">
                <a:latin typeface="Georgia" panose="02040502050405020303" pitchFamily="18" charset="0"/>
              </a:rPr>
              <a:t>ю вершины графа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D50029-0990-4918-A84F-DF86FC9EF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9475" y="3122613"/>
            <a:ext cx="74882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>
                <a:latin typeface="Georgia" panose="02040502050405020303" pitchFamily="18" charset="0"/>
              </a:rPr>
              <a:t>3. Вычеркнуть элементы </a:t>
            </a:r>
            <a:r>
              <a:rPr lang="en-US" altLang="ru-RU" sz="2400">
                <a:latin typeface="Georgia" panose="02040502050405020303" pitchFamily="18" charset="0"/>
              </a:rPr>
              <a:t>i-</a:t>
            </a:r>
            <a:r>
              <a:rPr lang="ru-RU" altLang="ru-RU" sz="2400">
                <a:latin typeface="Georgia" panose="02040502050405020303" pitchFamily="18" charset="0"/>
              </a:rPr>
              <a:t>й и </a:t>
            </a:r>
            <a:r>
              <a:rPr lang="en-US" altLang="ru-RU" sz="2400">
                <a:latin typeface="Georgia" panose="02040502050405020303" pitchFamily="18" charset="0"/>
              </a:rPr>
              <a:t>j-</a:t>
            </a:r>
            <a:r>
              <a:rPr lang="ru-RU" altLang="ru-RU" sz="2400">
                <a:latin typeface="Georgia" panose="02040502050405020303" pitchFamily="18" charset="0"/>
              </a:rPr>
              <a:t>й строки матрицы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3D8CE-90E8-4DE5-B2EA-F5CC0C8AD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9476" y="3584576"/>
            <a:ext cx="5795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>
                <a:latin typeface="Georgia" panose="02040502050405020303" pitchFamily="18" charset="0"/>
              </a:rPr>
              <a:t>4. Пометить </a:t>
            </a:r>
            <a:r>
              <a:rPr lang="en-US" altLang="ru-RU" sz="2400">
                <a:latin typeface="Georgia" panose="02040502050405020303" pitchFamily="18" charset="0"/>
              </a:rPr>
              <a:t>i-</a:t>
            </a:r>
            <a:r>
              <a:rPr lang="ru-RU" altLang="ru-RU" sz="2400">
                <a:latin typeface="Georgia" panose="02040502050405020303" pitchFamily="18" charset="0"/>
              </a:rPr>
              <a:t>й и </a:t>
            </a:r>
            <a:r>
              <a:rPr lang="en-US" altLang="ru-RU" sz="2400">
                <a:latin typeface="Georgia" panose="02040502050405020303" pitchFamily="18" charset="0"/>
              </a:rPr>
              <a:t>j-</a:t>
            </a:r>
            <a:r>
              <a:rPr lang="ru-RU" altLang="ru-RU" sz="2400">
                <a:latin typeface="Georgia" panose="02040502050405020303" pitchFamily="18" charset="0"/>
              </a:rPr>
              <a:t>й столбцы матрицы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F4969-B9E7-420C-A8B8-9C6D21D8B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3513" y="4005263"/>
            <a:ext cx="64754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39738" indent="-43973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>
                <a:latin typeface="Georgia" panose="02040502050405020303" pitchFamily="18" charset="0"/>
              </a:rPr>
              <a:t>5. В помеченных столбцах </a:t>
            </a:r>
            <a:r>
              <a:rPr lang="en-US" altLang="ru-RU" sz="2400">
                <a:latin typeface="Georgia" panose="02040502050405020303" pitchFamily="18" charset="0"/>
              </a:rPr>
              <a:t>i</a:t>
            </a:r>
            <a:r>
              <a:rPr lang="ru-RU" altLang="ru-RU" sz="2400">
                <a:latin typeface="Georgia" panose="02040502050405020303" pitchFamily="18" charset="0"/>
              </a:rPr>
              <a:t> и </a:t>
            </a:r>
            <a:r>
              <a:rPr lang="en-US" altLang="ru-RU" sz="2400">
                <a:latin typeface="Georgia" panose="02040502050405020303" pitchFamily="18" charset="0"/>
              </a:rPr>
              <a:t>j</a:t>
            </a:r>
            <a:r>
              <a:rPr lang="ru-RU" altLang="ru-RU" sz="2400">
                <a:latin typeface="Georgia" panose="02040502050405020303" pitchFamily="18" charset="0"/>
              </a:rPr>
              <a:t> найти </a:t>
            </a:r>
            <a:br>
              <a:rPr lang="ru-RU" altLang="ru-RU" sz="2400">
                <a:latin typeface="Georgia" panose="02040502050405020303" pitchFamily="18" charset="0"/>
              </a:rPr>
            </a:br>
            <a:r>
              <a:rPr lang="ru-RU" altLang="ru-RU" sz="2400">
                <a:latin typeface="Georgia" panose="02040502050405020303" pitchFamily="18" charset="0"/>
              </a:rPr>
              <a:t>наименьший элемент, отличный от уже найденного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A8D33E-0248-4163-A7F5-8810E5FF7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3513" y="5084763"/>
            <a:ext cx="65151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39738" indent="-43973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>
                <a:latin typeface="Georgia" panose="02040502050405020303" pitchFamily="18" charset="0"/>
              </a:rPr>
              <a:t>6. Повторять пункты 3-5 до тех пор, пока не будут задействованы все вершины графа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4FC85-0EFE-457F-85CA-D185D57F1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313" y="44450"/>
            <a:ext cx="8229600" cy="719138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>
                <a:latin typeface="Georgia" panose="02040502050405020303" pitchFamily="18" charset="0"/>
              </a:rPr>
              <a:t>Задача 1</a:t>
            </a:r>
          </a:p>
        </p:txBody>
      </p:sp>
      <p:sp>
        <p:nvSpPr>
          <p:cNvPr id="15363" name="Объект 2">
            <a:extLst>
              <a:ext uri="{FF2B5EF4-FFF2-40B4-BE49-F238E27FC236}">
                <a16:creationId xmlns:a16="http://schemas.microsoft.com/office/drawing/2014/main" id="{782A7819-51CC-42F7-BEDD-320A8FB07A7E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981200" y="981075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indent="0" algn="just">
              <a:buNone/>
            </a:pPr>
            <a:r>
              <a:rPr lang="ru-RU" altLang="ru-RU" sz="2400">
                <a:latin typeface="Georgia" panose="02040502050405020303" pitchFamily="18" charset="0"/>
              </a:rPr>
              <a:t>Решим задачу по алгоритму Прима.</a:t>
            </a:r>
          </a:p>
          <a:p>
            <a:pPr marL="0" indent="0" algn="just">
              <a:buNone/>
            </a:pPr>
            <a:r>
              <a:rPr lang="ru-RU" altLang="ru-RU" sz="2400">
                <a:latin typeface="Georgia" panose="02040502050405020303" pitchFamily="18" charset="0"/>
              </a:rPr>
              <a:t>Переопределим вершины графа.</a:t>
            </a:r>
          </a:p>
        </p:txBody>
      </p: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C85547E4-4ED4-4332-AF6C-D6768CDED1F1}"/>
              </a:ext>
            </a:extLst>
          </p:cNvPr>
          <p:cNvGrpSpPr>
            <a:grpSpLocks/>
          </p:cNvGrpSpPr>
          <p:nvPr/>
        </p:nvGrpSpPr>
        <p:grpSpPr bwMode="auto">
          <a:xfrm>
            <a:off x="2063750" y="1885951"/>
            <a:ext cx="8064500" cy="3827463"/>
            <a:chOff x="539552" y="1885364"/>
            <a:chExt cx="8064896" cy="3828162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79E1BC07-CF18-472C-9662-7D3677B9FA69}"/>
                </a:ext>
              </a:extLst>
            </p:cNvPr>
            <p:cNvSpPr/>
            <p:nvPr/>
          </p:nvSpPr>
          <p:spPr>
            <a:xfrm>
              <a:off x="899933" y="2277549"/>
              <a:ext cx="2232135" cy="503329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2400" b="1" dirty="0" err="1">
                  <a:solidFill>
                    <a:schemeClr val="bg1"/>
                  </a:solidFill>
                  <a:latin typeface="Georgia" panose="02040502050405020303" pitchFamily="18" charset="0"/>
                </a:rPr>
                <a:t>Чернеевка</a:t>
              </a:r>
              <a:endParaRPr lang="ru-RU" sz="2400" b="1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5" name="Скругленный прямоугольник 4">
              <a:extLst>
                <a:ext uri="{FF2B5EF4-FFF2-40B4-BE49-F238E27FC236}">
                  <a16:creationId xmlns:a16="http://schemas.microsoft.com/office/drawing/2014/main" id="{98D9EF7E-3896-4A46-AA2F-31A3A3C96FC0}"/>
                </a:ext>
              </a:extLst>
            </p:cNvPr>
            <p:cNvSpPr/>
            <p:nvPr/>
          </p:nvSpPr>
          <p:spPr>
            <a:xfrm>
              <a:off x="539552" y="3828819"/>
              <a:ext cx="2232135" cy="503330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2400" b="1" dirty="0" err="1">
                  <a:solidFill>
                    <a:schemeClr val="bg1"/>
                  </a:solidFill>
                  <a:latin typeface="Georgia" panose="02040502050405020303" pitchFamily="18" charset="0"/>
                </a:rPr>
                <a:t>Мышкино</a:t>
              </a:r>
              <a:endParaRPr lang="ru-RU" sz="2400" b="1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6" name="Скругленный прямоугольник 5">
              <a:extLst>
                <a:ext uri="{FF2B5EF4-FFF2-40B4-BE49-F238E27FC236}">
                  <a16:creationId xmlns:a16="http://schemas.microsoft.com/office/drawing/2014/main" id="{3F0C1FFA-EAC2-4579-BD03-D7408F7D1179}"/>
                </a:ext>
              </a:extLst>
            </p:cNvPr>
            <p:cNvSpPr/>
            <p:nvPr/>
          </p:nvSpPr>
          <p:spPr>
            <a:xfrm>
              <a:off x="2228735" y="5210196"/>
              <a:ext cx="2232135" cy="503330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24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Ступино</a:t>
              </a:r>
            </a:p>
          </p:txBody>
        </p:sp>
        <p:sp>
          <p:nvSpPr>
            <p:cNvPr id="7" name="Скругленный прямоугольник 6">
              <a:extLst>
                <a:ext uri="{FF2B5EF4-FFF2-40B4-BE49-F238E27FC236}">
                  <a16:creationId xmlns:a16="http://schemas.microsoft.com/office/drawing/2014/main" id="{70DA24FC-1617-4575-AB2C-5797D196DD0A}"/>
                </a:ext>
              </a:extLst>
            </p:cNvPr>
            <p:cNvSpPr/>
            <p:nvPr/>
          </p:nvSpPr>
          <p:spPr>
            <a:xfrm>
              <a:off x="6084962" y="3809765"/>
              <a:ext cx="2232135" cy="504917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24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Кошкино</a:t>
              </a:r>
            </a:p>
          </p:txBody>
        </p:sp>
        <p:sp>
          <p:nvSpPr>
            <p:cNvPr id="8" name="Скругленный прямоугольник 7">
              <a:extLst>
                <a:ext uri="{FF2B5EF4-FFF2-40B4-BE49-F238E27FC236}">
                  <a16:creationId xmlns:a16="http://schemas.microsoft.com/office/drawing/2014/main" id="{82E86992-D291-4F30-B486-9D9CC5B44CF3}"/>
                </a:ext>
              </a:extLst>
            </p:cNvPr>
            <p:cNvSpPr/>
            <p:nvPr/>
          </p:nvSpPr>
          <p:spPr>
            <a:xfrm>
              <a:off x="6372313" y="2025090"/>
              <a:ext cx="2232135" cy="503330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2400" b="1" dirty="0" err="1">
                  <a:solidFill>
                    <a:schemeClr val="bg1"/>
                  </a:solidFill>
                  <a:latin typeface="Georgia" panose="02040502050405020303" pitchFamily="18" charset="0"/>
                </a:rPr>
                <a:t>Малаховка</a:t>
              </a:r>
              <a:endParaRPr lang="ru-RU" sz="2400" b="1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BFE80F3B-6C65-4712-9611-4A5B92A98E43}"/>
                </a:ext>
              </a:extLst>
            </p:cNvPr>
            <p:cNvCxnSpPr>
              <a:stCxn id="5" idx="0"/>
              <a:endCxn id="4" idx="2"/>
            </p:cNvCxnSpPr>
            <p:nvPr/>
          </p:nvCxnSpPr>
          <p:spPr>
            <a:xfrm flipV="1">
              <a:off x="1655620" y="2780878"/>
              <a:ext cx="360380" cy="10479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3C111E35-5244-48E8-8A1F-A0D5EC2797E0}"/>
                </a:ext>
              </a:extLst>
            </p:cNvPr>
            <p:cNvCxnSpPr>
              <a:stCxn id="7" idx="0"/>
              <a:endCxn id="8" idx="2"/>
            </p:cNvCxnSpPr>
            <p:nvPr/>
          </p:nvCxnSpPr>
          <p:spPr>
            <a:xfrm flipV="1">
              <a:off x="7201029" y="2528419"/>
              <a:ext cx="287352" cy="128134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7A2EE936-3F71-4F19-8C2B-79B29AED9A3E}"/>
                </a:ext>
              </a:extLst>
            </p:cNvPr>
            <p:cNvCxnSpPr>
              <a:stCxn id="5" idx="3"/>
              <a:endCxn id="7" idx="1"/>
            </p:cNvCxnSpPr>
            <p:nvPr/>
          </p:nvCxnSpPr>
          <p:spPr>
            <a:xfrm flipV="1">
              <a:off x="2771687" y="4062224"/>
              <a:ext cx="3313276" cy="1746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3A811E03-CB84-400B-9A7D-99EB92C5A385}"/>
                </a:ext>
              </a:extLst>
            </p:cNvPr>
            <p:cNvCxnSpPr>
              <a:stCxn id="4" idx="3"/>
              <a:endCxn id="8" idx="1"/>
            </p:cNvCxnSpPr>
            <p:nvPr/>
          </p:nvCxnSpPr>
          <p:spPr>
            <a:xfrm flipV="1">
              <a:off x="3132067" y="2277549"/>
              <a:ext cx="3240246" cy="25087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33C182A3-96C6-4F99-B034-3834B999568C}"/>
                </a:ext>
              </a:extLst>
            </p:cNvPr>
            <p:cNvCxnSpPr>
              <a:stCxn id="6" idx="3"/>
              <a:endCxn id="7" idx="2"/>
            </p:cNvCxnSpPr>
            <p:nvPr/>
          </p:nvCxnSpPr>
          <p:spPr>
            <a:xfrm flipV="1">
              <a:off x="4460870" y="4314683"/>
              <a:ext cx="2740160" cy="114638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A5D1C804-C155-46A4-916D-123E3FE1CE22}"/>
                </a:ext>
              </a:extLst>
            </p:cNvPr>
            <p:cNvCxnSpPr>
              <a:stCxn id="6" idx="0"/>
              <a:endCxn id="5" idx="2"/>
            </p:cNvCxnSpPr>
            <p:nvPr/>
          </p:nvCxnSpPr>
          <p:spPr>
            <a:xfrm flipH="1" flipV="1">
              <a:off x="1655620" y="4332149"/>
              <a:ext cx="1689183" cy="8780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78C4572B-1D43-4346-9B86-700B502D0E79}"/>
                </a:ext>
              </a:extLst>
            </p:cNvPr>
            <p:cNvCxnSpPr>
              <a:stCxn id="7" idx="0"/>
            </p:cNvCxnSpPr>
            <p:nvPr/>
          </p:nvCxnSpPr>
          <p:spPr>
            <a:xfrm flipH="1" flipV="1">
              <a:off x="3165406" y="2528419"/>
              <a:ext cx="4035623" cy="128134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F2D8DD4-D710-434F-9F00-C0F796E4D815}"/>
                </a:ext>
              </a:extLst>
            </p:cNvPr>
            <p:cNvSpPr txBox="1"/>
            <p:nvPr/>
          </p:nvSpPr>
          <p:spPr>
            <a:xfrm rot="21363679">
              <a:off x="4505322" y="1885364"/>
              <a:ext cx="584229" cy="52397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12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EBE5619-B061-4318-AC6F-2A246DA344CE}"/>
                </a:ext>
              </a:extLst>
            </p:cNvPr>
            <p:cNvSpPr txBox="1"/>
            <p:nvPr/>
          </p:nvSpPr>
          <p:spPr>
            <a:xfrm rot="1078789">
              <a:off x="5254659" y="2715779"/>
              <a:ext cx="382607" cy="52238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7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E23F5F8-DABE-403B-B7F4-D2E5716982AD}"/>
                </a:ext>
              </a:extLst>
            </p:cNvPr>
            <p:cNvSpPr txBox="1"/>
            <p:nvPr/>
          </p:nvSpPr>
          <p:spPr>
            <a:xfrm>
              <a:off x="4117953" y="3519200"/>
              <a:ext cx="612805" cy="52397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92F0545-C917-4E3E-8EE8-A87483CE7D19}"/>
                </a:ext>
              </a:extLst>
            </p:cNvPr>
            <p:cNvSpPr txBox="1"/>
            <p:nvPr/>
          </p:nvSpPr>
          <p:spPr>
            <a:xfrm rot="20072864">
              <a:off x="4976833" y="4625889"/>
              <a:ext cx="538188" cy="52397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11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826E531-D88C-4F2F-8434-14F0C92D6971}"/>
                </a:ext>
              </a:extLst>
            </p:cNvPr>
            <p:cNvSpPr txBox="1"/>
            <p:nvPr/>
          </p:nvSpPr>
          <p:spPr>
            <a:xfrm rot="1675232">
              <a:off x="2566890" y="4359141"/>
              <a:ext cx="409595" cy="5223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77D5C7F-CD83-44EF-BF48-FF6496ABE7CD}"/>
                </a:ext>
              </a:extLst>
            </p:cNvPr>
            <p:cNvSpPr txBox="1"/>
            <p:nvPr/>
          </p:nvSpPr>
          <p:spPr>
            <a:xfrm rot="582201">
              <a:off x="7397889" y="2798344"/>
              <a:ext cx="415945" cy="52397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6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3E530CE-114F-4B1A-8080-FB67E6376309}"/>
                </a:ext>
              </a:extLst>
            </p:cNvPr>
            <p:cNvSpPr txBox="1"/>
            <p:nvPr/>
          </p:nvSpPr>
          <p:spPr>
            <a:xfrm rot="1159065">
              <a:off x="1427009" y="2931718"/>
              <a:ext cx="400070" cy="52397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5</a:t>
              </a:r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F8802D85-D3BB-4F9B-BC8E-6959157F5AC6}"/>
              </a:ext>
            </a:extLst>
          </p:cNvPr>
          <p:cNvGrpSpPr>
            <a:grpSpLocks/>
          </p:cNvGrpSpPr>
          <p:nvPr/>
        </p:nvGrpSpPr>
        <p:grpSpPr bwMode="auto">
          <a:xfrm>
            <a:off x="2673351" y="1492250"/>
            <a:ext cx="6886575" cy="4483100"/>
            <a:chOff x="1104859" y="336545"/>
            <a:chExt cx="6885684" cy="4482976"/>
          </a:xfrm>
        </p:grpSpPr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50651246-2EE2-49CF-9382-05B6CD173967}"/>
                </a:ext>
              </a:extLst>
            </p:cNvPr>
            <p:cNvCxnSpPr>
              <a:stCxn id="59" idx="0"/>
              <a:endCxn id="58" idx="3"/>
            </p:cNvCxnSpPr>
            <p:nvPr/>
          </p:nvCxnSpPr>
          <p:spPr>
            <a:xfrm flipV="1">
              <a:off x="1617556" y="1650959"/>
              <a:ext cx="479363" cy="80642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id="{263A88BB-E478-443F-B946-FCFFEED0BD5F}"/>
                </a:ext>
              </a:extLst>
            </p:cNvPr>
            <p:cNvCxnSpPr>
              <a:stCxn id="60" idx="0"/>
            </p:cNvCxnSpPr>
            <p:nvPr/>
          </p:nvCxnSpPr>
          <p:spPr>
            <a:xfrm flipV="1">
              <a:off x="7190547" y="1350930"/>
              <a:ext cx="287301" cy="110645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id="{477EEA66-DA3F-4606-B89B-BBB9B9A9CE05}"/>
                </a:ext>
              </a:extLst>
            </p:cNvPr>
            <p:cNvCxnSpPr>
              <a:stCxn id="59" idx="6"/>
              <a:endCxn id="60" idx="2"/>
            </p:cNvCxnSpPr>
            <p:nvPr/>
          </p:nvCxnSpPr>
          <p:spPr>
            <a:xfrm>
              <a:off x="2128665" y="2965372"/>
              <a:ext cx="454918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Прямая соединительная линия 46">
              <a:extLst>
                <a:ext uri="{FF2B5EF4-FFF2-40B4-BE49-F238E27FC236}">
                  <a16:creationId xmlns:a16="http://schemas.microsoft.com/office/drawing/2014/main" id="{21CE9CAB-0F6F-4895-88B8-1D5FA6349BCF}"/>
                </a:ext>
              </a:extLst>
            </p:cNvPr>
            <p:cNvCxnSpPr>
              <a:stCxn id="58" idx="6"/>
            </p:cNvCxnSpPr>
            <p:nvPr/>
          </p:nvCxnSpPr>
          <p:spPr>
            <a:xfrm flipV="1">
              <a:off x="2971517" y="996927"/>
              <a:ext cx="4050776" cy="29526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Прямая соединительная линия 47">
              <a:extLst>
                <a:ext uri="{FF2B5EF4-FFF2-40B4-BE49-F238E27FC236}">
                  <a16:creationId xmlns:a16="http://schemas.microsoft.com/office/drawing/2014/main" id="{A62219FC-D85F-4CC5-866D-E1883390C14F}"/>
                </a:ext>
              </a:extLst>
            </p:cNvPr>
            <p:cNvCxnSpPr>
              <a:stCxn id="61" idx="6"/>
              <a:endCxn id="60" idx="3"/>
            </p:cNvCxnSpPr>
            <p:nvPr/>
          </p:nvCxnSpPr>
          <p:spPr>
            <a:xfrm flipV="1">
              <a:off x="4358813" y="3324137"/>
              <a:ext cx="2469830" cy="98739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id="{E485F81D-E0A7-4008-970A-49E34595653E}"/>
                </a:ext>
              </a:extLst>
            </p:cNvPr>
            <p:cNvCxnSpPr>
              <a:endCxn id="59" idx="5"/>
            </p:cNvCxnSpPr>
            <p:nvPr/>
          </p:nvCxnSpPr>
          <p:spPr>
            <a:xfrm flipH="1" flipV="1">
              <a:off x="1979459" y="3324137"/>
              <a:ext cx="1355550" cy="73816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id="{0D1FBFC9-BD5E-4DF1-82C1-464FB7F93118}"/>
                </a:ext>
              </a:extLst>
            </p:cNvPr>
            <p:cNvCxnSpPr>
              <a:stCxn id="60" idx="1"/>
              <a:endCxn id="58" idx="6"/>
            </p:cNvCxnSpPr>
            <p:nvPr/>
          </p:nvCxnSpPr>
          <p:spPr>
            <a:xfrm flipH="1" flipV="1">
              <a:off x="2971517" y="1292194"/>
              <a:ext cx="3857126" cy="131441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FBFC95D-5E29-45B1-8689-7888009FE753}"/>
                </a:ext>
              </a:extLst>
            </p:cNvPr>
            <p:cNvSpPr txBox="1"/>
            <p:nvPr/>
          </p:nvSpPr>
          <p:spPr>
            <a:xfrm rot="21363679">
              <a:off x="4904842" y="568314"/>
              <a:ext cx="585712" cy="5238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12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0F01188-56F7-41C6-ACAA-CAC43FEFB132}"/>
                </a:ext>
              </a:extLst>
            </p:cNvPr>
            <p:cNvSpPr txBox="1"/>
            <p:nvPr/>
          </p:nvSpPr>
          <p:spPr>
            <a:xfrm rot="1078789">
              <a:off x="5244523" y="1538250"/>
              <a:ext cx="384125" cy="5238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7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885E2A9-0F26-4D3A-AFF8-A0B99AC1EB70}"/>
                </a:ext>
              </a:extLst>
            </p:cNvPr>
            <p:cNvSpPr txBox="1"/>
            <p:nvPr/>
          </p:nvSpPr>
          <p:spPr>
            <a:xfrm>
              <a:off x="4108020" y="2343089"/>
              <a:ext cx="612696" cy="52227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F7CDBD6-E326-40CA-A7B6-EE0D03BA01C2}"/>
                </a:ext>
              </a:extLst>
            </p:cNvPr>
            <p:cNvSpPr txBox="1"/>
            <p:nvPr/>
          </p:nvSpPr>
          <p:spPr>
            <a:xfrm rot="20072864">
              <a:off x="4968334" y="3449547"/>
              <a:ext cx="536506" cy="52227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11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4C62D99-8432-44CB-96C3-5B73A4206696}"/>
                </a:ext>
              </a:extLst>
            </p:cNvPr>
            <p:cNvSpPr txBox="1"/>
            <p:nvPr/>
          </p:nvSpPr>
          <p:spPr>
            <a:xfrm rot="1675232">
              <a:off x="2557234" y="3181266"/>
              <a:ext cx="409522" cy="5238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3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7F24C0C-5FD3-4914-B621-1C7CB4BE3488}"/>
                </a:ext>
              </a:extLst>
            </p:cNvPr>
            <p:cNvSpPr txBox="1"/>
            <p:nvPr/>
          </p:nvSpPr>
          <p:spPr>
            <a:xfrm rot="582201">
              <a:off x="7387371" y="1620797"/>
              <a:ext cx="417459" cy="5238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6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607DB7-C876-446F-878D-05B3D32B5134}"/>
                </a:ext>
              </a:extLst>
            </p:cNvPr>
            <p:cNvSpPr txBox="1"/>
            <p:nvPr/>
          </p:nvSpPr>
          <p:spPr>
            <a:xfrm rot="1159065">
              <a:off x="1417557" y="1755731"/>
              <a:ext cx="398410" cy="52227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5</a:t>
              </a:r>
            </a:p>
          </p:txBody>
        </p:sp>
        <p:sp>
          <p:nvSpPr>
            <p:cNvPr id="58" name="Овал 57">
              <a:extLst>
                <a:ext uri="{FF2B5EF4-FFF2-40B4-BE49-F238E27FC236}">
                  <a16:creationId xmlns:a16="http://schemas.microsoft.com/office/drawing/2014/main" id="{E753DC6E-E772-4896-9053-261F829BF739}"/>
                </a:ext>
              </a:extLst>
            </p:cNvPr>
            <p:cNvSpPr/>
            <p:nvPr/>
          </p:nvSpPr>
          <p:spPr>
            <a:xfrm>
              <a:off x="1946125" y="784208"/>
              <a:ext cx="1025392" cy="10159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3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5</a:t>
              </a:r>
            </a:p>
          </p:txBody>
        </p:sp>
        <p:sp>
          <p:nvSpPr>
            <p:cNvPr id="59" name="Овал 58">
              <a:extLst>
                <a:ext uri="{FF2B5EF4-FFF2-40B4-BE49-F238E27FC236}">
                  <a16:creationId xmlns:a16="http://schemas.microsoft.com/office/drawing/2014/main" id="{09B41A40-D470-491D-BDD8-E4CFDB0D4695}"/>
                </a:ext>
              </a:extLst>
            </p:cNvPr>
            <p:cNvSpPr/>
            <p:nvPr/>
          </p:nvSpPr>
          <p:spPr>
            <a:xfrm>
              <a:off x="1104859" y="2457386"/>
              <a:ext cx="1023806" cy="10159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3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2</a:t>
              </a:r>
            </a:p>
          </p:txBody>
        </p:sp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id="{6C0D6A53-6F9D-4085-BDEB-08F92F459899}"/>
                </a:ext>
              </a:extLst>
            </p:cNvPr>
            <p:cNvSpPr/>
            <p:nvPr/>
          </p:nvSpPr>
          <p:spPr>
            <a:xfrm>
              <a:off x="6677851" y="2457386"/>
              <a:ext cx="1025392" cy="10159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3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AF32E279-C5CB-4154-90A2-C4AF7DFF6438}"/>
                </a:ext>
              </a:extLst>
            </p:cNvPr>
            <p:cNvSpPr/>
            <p:nvPr/>
          </p:nvSpPr>
          <p:spPr>
            <a:xfrm>
              <a:off x="3335008" y="3805137"/>
              <a:ext cx="1023805" cy="10143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3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3</a:t>
              </a:r>
            </a:p>
          </p:txBody>
        </p:sp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E88CB163-BBB6-4EED-B2CB-4B9E4B18DB5F}"/>
                </a:ext>
              </a:extLst>
            </p:cNvPr>
            <p:cNvSpPr/>
            <p:nvPr/>
          </p:nvSpPr>
          <p:spPr>
            <a:xfrm>
              <a:off x="6966738" y="336545"/>
              <a:ext cx="1023805" cy="101438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3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4</a:t>
              </a:r>
            </a:p>
          </p:txBody>
        </p:sp>
      </p:grpSp>
      <p:pic>
        <p:nvPicPr>
          <p:cNvPr id="15366" name="Рисунок 31">
            <a:extLst>
              <a:ext uri="{FF2B5EF4-FFF2-40B4-BE49-F238E27FC236}">
                <a16:creationId xmlns:a16="http://schemas.microsoft.com/office/drawing/2014/main" id="{AB195BC2-A6E4-44F5-A0F2-7E5AFCE74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814" y="4667250"/>
            <a:ext cx="1920875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D65B2CDC-B842-4893-B6B2-901B8213C311}"/>
              </a:ext>
            </a:extLst>
          </p:cNvPr>
          <p:cNvGrpSpPr>
            <a:grpSpLocks/>
          </p:cNvGrpSpPr>
          <p:nvPr/>
        </p:nvGrpSpPr>
        <p:grpSpPr bwMode="auto">
          <a:xfrm>
            <a:off x="2673351" y="1492250"/>
            <a:ext cx="6886575" cy="4483100"/>
            <a:chOff x="1104859" y="336545"/>
            <a:chExt cx="6885684" cy="4482976"/>
          </a:xfrm>
        </p:grpSpPr>
        <p:cxnSp>
          <p:nvCxnSpPr>
            <p:cNvPr id="70" name="Прямая соединительная линия 69">
              <a:extLst>
                <a:ext uri="{FF2B5EF4-FFF2-40B4-BE49-F238E27FC236}">
                  <a16:creationId xmlns:a16="http://schemas.microsoft.com/office/drawing/2014/main" id="{C56218F7-5C6F-49E7-B515-B30D46EC92B8}"/>
                </a:ext>
              </a:extLst>
            </p:cNvPr>
            <p:cNvCxnSpPr>
              <a:stCxn id="85" idx="0"/>
              <a:endCxn id="84" idx="3"/>
            </p:cNvCxnSpPr>
            <p:nvPr/>
          </p:nvCxnSpPr>
          <p:spPr>
            <a:xfrm flipV="1">
              <a:off x="1617556" y="1650959"/>
              <a:ext cx="479363" cy="80642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>
              <a:extLst>
                <a:ext uri="{FF2B5EF4-FFF2-40B4-BE49-F238E27FC236}">
                  <a16:creationId xmlns:a16="http://schemas.microsoft.com/office/drawing/2014/main" id="{4E3494B9-3EB7-410A-9B86-6F66BE16E046}"/>
                </a:ext>
              </a:extLst>
            </p:cNvPr>
            <p:cNvCxnSpPr>
              <a:stCxn id="86" idx="0"/>
            </p:cNvCxnSpPr>
            <p:nvPr/>
          </p:nvCxnSpPr>
          <p:spPr>
            <a:xfrm flipV="1">
              <a:off x="7190547" y="1350930"/>
              <a:ext cx="287301" cy="110645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>
              <a:extLst>
                <a:ext uri="{FF2B5EF4-FFF2-40B4-BE49-F238E27FC236}">
                  <a16:creationId xmlns:a16="http://schemas.microsoft.com/office/drawing/2014/main" id="{ACB575B1-FA34-4932-8415-CE5302015DAD}"/>
                </a:ext>
              </a:extLst>
            </p:cNvPr>
            <p:cNvCxnSpPr>
              <a:stCxn id="85" idx="6"/>
              <a:endCxn id="86" idx="2"/>
            </p:cNvCxnSpPr>
            <p:nvPr/>
          </p:nvCxnSpPr>
          <p:spPr>
            <a:xfrm>
              <a:off x="2128665" y="2965372"/>
              <a:ext cx="454918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Прямая соединительная линия 72">
              <a:extLst>
                <a:ext uri="{FF2B5EF4-FFF2-40B4-BE49-F238E27FC236}">
                  <a16:creationId xmlns:a16="http://schemas.microsoft.com/office/drawing/2014/main" id="{46799802-C30C-4E23-8873-0958C7F25B1D}"/>
                </a:ext>
              </a:extLst>
            </p:cNvPr>
            <p:cNvCxnSpPr>
              <a:stCxn id="84" idx="6"/>
            </p:cNvCxnSpPr>
            <p:nvPr/>
          </p:nvCxnSpPr>
          <p:spPr>
            <a:xfrm flipV="1">
              <a:off x="2971517" y="996927"/>
              <a:ext cx="4050776" cy="29526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3B43D3E7-CE6C-4A78-9EFE-46631E6DB3A8}"/>
                </a:ext>
              </a:extLst>
            </p:cNvPr>
            <p:cNvCxnSpPr>
              <a:stCxn id="87" idx="6"/>
              <a:endCxn id="86" idx="3"/>
            </p:cNvCxnSpPr>
            <p:nvPr/>
          </p:nvCxnSpPr>
          <p:spPr>
            <a:xfrm flipV="1">
              <a:off x="4358813" y="3324137"/>
              <a:ext cx="2469830" cy="98739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Прямая соединительная линия 74">
              <a:extLst>
                <a:ext uri="{FF2B5EF4-FFF2-40B4-BE49-F238E27FC236}">
                  <a16:creationId xmlns:a16="http://schemas.microsoft.com/office/drawing/2014/main" id="{5835A59C-C26C-400C-AEA2-362E5A353546}"/>
                </a:ext>
              </a:extLst>
            </p:cNvPr>
            <p:cNvCxnSpPr>
              <a:endCxn id="85" idx="5"/>
            </p:cNvCxnSpPr>
            <p:nvPr/>
          </p:nvCxnSpPr>
          <p:spPr>
            <a:xfrm flipH="1" flipV="1">
              <a:off x="1979459" y="3324137"/>
              <a:ext cx="1355550" cy="73816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>
              <a:extLst>
                <a:ext uri="{FF2B5EF4-FFF2-40B4-BE49-F238E27FC236}">
                  <a16:creationId xmlns:a16="http://schemas.microsoft.com/office/drawing/2014/main" id="{94B85CA2-AEE7-4569-835D-447060CA46DA}"/>
                </a:ext>
              </a:extLst>
            </p:cNvPr>
            <p:cNvCxnSpPr>
              <a:stCxn id="86" idx="1"/>
              <a:endCxn id="84" idx="6"/>
            </p:cNvCxnSpPr>
            <p:nvPr/>
          </p:nvCxnSpPr>
          <p:spPr>
            <a:xfrm flipH="1" flipV="1">
              <a:off x="2971517" y="1292194"/>
              <a:ext cx="3857126" cy="131441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6EA1B84-6D45-46DC-88F7-BDF7B6EE0847}"/>
                </a:ext>
              </a:extLst>
            </p:cNvPr>
            <p:cNvSpPr txBox="1"/>
            <p:nvPr/>
          </p:nvSpPr>
          <p:spPr>
            <a:xfrm rot="21363679">
              <a:off x="4904842" y="568314"/>
              <a:ext cx="585712" cy="5238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12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828A5AA-825A-4389-BEA6-8BC98F1FA2BD}"/>
                </a:ext>
              </a:extLst>
            </p:cNvPr>
            <p:cNvSpPr txBox="1"/>
            <p:nvPr/>
          </p:nvSpPr>
          <p:spPr>
            <a:xfrm rot="1078789">
              <a:off x="5244523" y="1538250"/>
              <a:ext cx="384125" cy="5238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7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4BFE567-E6BD-4EAD-9C20-8BECBD149DAA}"/>
                </a:ext>
              </a:extLst>
            </p:cNvPr>
            <p:cNvSpPr txBox="1"/>
            <p:nvPr/>
          </p:nvSpPr>
          <p:spPr>
            <a:xfrm>
              <a:off x="4108020" y="2343089"/>
              <a:ext cx="612696" cy="52227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EB2332A-9BCC-4D94-B5E7-687EF705F74A}"/>
                </a:ext>
              </a:extLst>
            </p:cNvPr>
            <p:cNvSpPr txBox="1"/>
            <p:nvPr/>
          </p:nvSpPr>
          <p:spPr>
            <a:xfrm rot="20072864">
              <a:off x="4968334" y="3449547"/>
              <a:ext cx="536506" cy="52227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11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01C9ACA-446D-44B0-83A9-FA6FB00AA251}"/>
                </a:ext>
              </a:extLst>
            </p:cNvPr>
            <p:cNvSpPr txBox="1"/>
            <p:nvPr/>
          </p:nvSpPr>
          <p:spPr>
            <a:xfrm rot="1675232">
              <a:off x="2557234" y="3181266"/>
              <a:ext cx="409522" cy="5238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3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0A10CB2-A944-4227-871B-4BF41C642645}"/>
                </a:ext>
              </a:extLst>
            </p:cNvPr>
            <p:cNvSpPr txBox="1"/>
            <p:nvPr/>
          </p:nvSpPr>
          <p:spPr>
            <a:xfrm rot="582201">
              <a:off x="7387371" y="1620797"/>
              <a:ext cx="417459" cy="5238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6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1A41228-725C-4910-B33D-F4AF47BA5F56}"/>
                </a:ext>
              </a:extLst>
            </p:cNvPr>
            <p:cNvSpPr txBox="1"/>
            <p:nvPr/>
          </p:nvSpPr>
          <p:spPr>
            <a:xfrm rot="1159065">
              <a:off x="1417557" y="1755731"/>
              <a:ext cx="398410" cy="52227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5</a:t>
              </a:r>
            </a:p>
          </p:txBody>
        </p:sp>
        <p:sp>
          <p:nvSpPr>
            <p:cNvPr id="84" name="Овал 83">
              <a:extLst>
                <a:ext uri="{FF2B5EF4-FFF2-40B4-BE49-F238E27FC236}">
                  <a16:creationId xmlns:a16="http://schemas.microsoft.com/office/drawing/2014/main" id="{51CBB397-15B8-4F10-B234-42DDB6E1F38A}"/>
                </a:ext>
              </a:extLst>
            </p:cNvPr>
            <p:cNvSpPr/>
            <p:nvPr/>
          </p:nvSpPr>
          <p:spPr>
            <a:xfrm>
              <a:off x="1946125" y="784208"/>
              <a:ext cx="1025392" cy="10159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3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5</a:t>
              </a:r>
            </a:p>
          </p:txBody>
        </p:sp>
        <p:sp>
          <p:nvSpPr>
            <p:cNvPr id="85" name="Овал 84">
              <a:extLst>
                <a:ext uri="{FF2B5EF4-FFF2-40B4-BE49-F238E27FC236}">
                  <a16:creationId xmlns:a16="http://schemas.microsoft.com/office/drawing/2014/main" id="{2F272BCD-4438-4F19-BE66-5CCF1F133AA5}"/>
                </a:ext>
              </a:extLst>
            </p:cNvPr>
            <p:cNvSpPr/>
            <p:nvPr/>
          </p:nvSpPr>
          <p:spPr>
            <a:xfrm>
              <a:off x="1104859" y="2457386"/>
              <a:ext cx="1023806" cy="10159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3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2</a:t>
              </a:r>
            </a:p>
          </p:txBody>
        </p:sp>
        <p:sp>
          <p:nvSpPr>
            <p:cNvPr id="86" name="Овал 85">
              <a:extLst>
                <a:ext uri="{FF2B5EF4-FFF2-40B4-BE49-F238E27FC236}">
                  <a16:creationId xmlns:a16="http://schemas.microsoft.com/office/drawing/2014/main" id="{B377657C-E3A4-43CD-83AC-F33528233016}"/>
                </a:ext>
              </a:extLst>
            </p:cNvPr>
            <p:cNvSpPr/>
            <p:nvPr/>
          </p:nvSpPr>
          <p:spPr>
            <a:xfrm>
              <a:off x="6677851" y="2457386"/>
              <a:ext cx="1025392" cy="10159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3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87" name="Овал 86">
              <a:extLst>
                <a:ext uri="{FF2B5EF4-FFF2-40B4-BE49-F238E27FC236}">
                  <a16:creationId xmlns:a16="http://schemas.microsoft.com/office/drawing/2014/main" id="{DC5EC162-3F94-4375-9A65-B19D50E04F59}"/>
                </a:ext>
              </a:extLst>
            </p:cNvPr>
            <p:cNvSpPr/>
            <p:nvPr/>
          </p:nvSpPr>
          <p:spPr>
            <a:xfrm>
              <a:off x="3335008" y="3805137"/>
              <a:ext cx="1023805" cy="10143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3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3</a:t>
              </a:r>
            </a:p>
          </p:txBody>
        </p:sp>
        <p:sp>
          <p:nvSpPr>
            <p:cNvPr id="88" name="Овал 87">
              <a:extLst>
                <a:ext uri="{FF2B5EF4-FFF2-40B4-BE49-F238E27FC236}">
                  <a16:creationId xmlns:a16="http://schemas.microsoft.com/office/drawing/2014/main" id="{9C3F168C-2D0D-498C-8BCA-53BE0DC2B11C}"/>
                </a:ext>
              </a:extLst>
            </p:cNvPr>
            <p:cNvSpPr/>
            <p:nvPr/>
          </p:nvSpPr>
          <p:spPr>
            <a:xfrm>
              <a:off x="6966738" y="336545"/>
              <a:ext cx="1023805" cy="101438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sz="3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4</a:t>
              </a:r>
            </a:p>
          </p:txBody>
        </p:sp>
      </p:grpSp>
      <p:sp>
        <p:nvSpPr>
          <p:cNvPr id="89" name="Заголовок 1">
            <a:extLst>
              <a:ext uri="{FF2B5EF4-FFF2-40B4-BE49-F238E27FC236}">
                <a16:creationId xmlns:a16="http://schemas.microsoft.com/office/drawing/2014/main" id="{939F9EFE-A95A-428B-A868-670DC0B0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313" y="44450"/>
            <a:ext cx="8229600" cy="719138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>
                <a:latin typeface="Georgia" panose="02040502050405020303" pitchFamily="18" charset="0"/>
              </a:rPr>
              <a:t>Задача 1</a:t>
            </a:r>
          </a:p>
        </p:txBody>
      </p:sp>
      <p:sp>
        <p:nvSpPr>
          <p:cNvPr id="16388" name="Объект 2">
            <a:extLst>
              <a:ext uri="{FF2B5EF4-FFF2-40B4-BE49-F238E27FC236}">
                <a16:creationId xmlns:a16="http://schemas.microsoft.com/office/drawing/2014/main" id="{A8FB6892-11E0-438B-A1C6-8D83DB2C4846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981200" y="981076"/>
            <a:ext cx="8229600" cy="511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 algn="just">
              <a:buNone/>
            </a:pPr>
            <a:r>
              <a:rPr lang="ru-RU" altLang="ru-RU" sz="2400">
                <a:latin typeface="Georgia" panose="02040502050405020303" pitchFamily="18" charset="0"/>
              </a:rPr>
              <a:t>Представим граф в виде матрицы смежности.</a:t>
            </a:r>
          </a:p>
        </p:txBody>
      </p:sp>
      <p:sp>
        <p:nvSpPr>
          <p:cNvPr id="92" name="Объект 2">
            <a:extLst>
              <a:ext uri="{FF2B5EF4-FFF2-40B4-BE49-F238E27FC236}">
                <a16:creationId xmlns:a16="http://schemas.microsoft.com/office/drawing/2014/main" id="{5B9451C8-21E7-4D05-8693-BE512B8A667A}"/>
              </a:ext>
            </a:extLst>
          </p:cNvPr>
          <p:cNvSpPr txBox="1">
            <a:spLocks/>
          </p:cNvSpPr>
          <p:nvPr/>
        </p:nvSpPr>
        <p:spPr bwMode="auto">
          <a:xfrm>
            <a:off x="4027488" y="5300664"/>
            <a:ext cx="653256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400">
                <a:latin typeface="Georgia" panose="02040502050405020303" pitchFamily="18" charset="0"/>
              </a:rPr>
              <a:t>Найдем минимальный элемент.</a:t>
            </a:r>
            <a:endParaRPr lang="ru-RU" altLang="ru-RU" sz="2800" b="1">
              <a:latin typeface="Georgia" panose="02040502050405020303" pitchFamily="18" charset="0"/>
            </a:endParaRPr>
          </a:p>
        </p:txBody>
      </p:sp>
      <p:sp>
        <p:nvSpPr>
          <p:cNvPr id="93" name="Объект 2">
            <a:extLst>
              <a:ext uri="{FF2B5EF4-FFF2-40B4-BE49-F238E27FC236}">
                <a16:creationId xmlns:a16="http://schemas.microsoft.com/office/drawing/2014/main" id="{FC0B8D1D-3CD1-405F-81C7-C9BD281BB2D5}"/>
              </a:ext>
            </a:extLst>
          </p:cNvPr>
          <p:cNvSpPr txBox="1">
            <a:spLocks/>
          </p:cNvSpPr>
          <p:nvPr/>
        </p:nvSpPr>
        <p:spPr bwMode="auto">
          <a:xfrm>
            <a:off x="7918450" y="5589589"/>
            <a:ext cx="1855788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400">
                <a:latin typeface="Georgia" panose="02040502050405020303" pitchFamily="18" charset="0"/>
              </a:rPr>
              <a:t>Он равен </a:t>
            </a:r>
            <a:r>
              <a:rPr lang="ru-RU" altLang="ru-RU" sz="2800" b="1">
                <a:latin typeface="Georgia" panose="02040502050405020303" pitchFamily="18" charset="0"/>
              </a:rPr>
              <a:t>3</a:t>
            </a:r>
          </a:p>
        </p:txBody>
      </p:sp>
      <p:graphicFrame>
        <p:nvGraphicFramePr>
          <p:cNvPr id="96" name="Таблица 95">
            <a:extLst>
              <a:ext uri="{FF2B5EF4-FFF2-40B4-BE49-F238E27FC236}">
                <a16:creationId xmlns:a16="http://schemas.microsoft.com/office/drawing/2014/main" id="{276DE17A-25BF-4630-9654-256972C8F3BD}"/>
              </a:ext>
            </a:extLst>
          </p:cNvPr>
          <p:cNvGraphicFramePr>
            <a:graphicFrameLocks noGrp="1"/>
          </p:cNvGraphicFramePr>
          <p:nvPr/>
        </p:nvGraphicFramePr>
        <p:xfrm>
          <a:off x="3697288" y="2089150"/>
          <a:ext cx="609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4" name="Объект 2">
            <a:extLst>
              <a:ext uri="{FF2B5EF4-FFF2-40B4-BE49-F238E27FC236}">
                <a16:creationId xmlns:a16="http://schemas.microsoft.com/office/drawing/2014/main" id="{563FC964-B158-43A7-A331-3ADD48DB11F8}"/>
              </a:ext>
            </a:extLst>
          </p:cNvPr>
          <p:cNvSpPr txBox="1">
            <a:spLocks/>
          </p:cNvSpPr>
          <p:nvPr/>
        </p:nvSpPr>
        <p:spPr bwMode="auto">
          <a:xfrm>
            <a:off x="6016626" y="3579814"/>
            <a:ext cx="4413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800" b="1">
                <a:solidFill>
                  <a:srgbClr val="FF0000"/>
                </a:solidFill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95" name="Объект 2">
            <a:extLst>
              <a:ext uri="{FF2B5EF4-FFF2-40B4-BE49-F238E27FC236}">
                <a16:creationId xmlns:a16="http://schemas.microsoft.com/office/drawing/2014/main" id="{93386CCA-42CD-45D6-A0A5-40C5148D9269}"/>
              </a:ext>
            </a:extLst>
          </p:cNvPr>
          <p:cNvSpPr txBox="1">
            <a:spLocks/>
          </p:cNvSpPr>
          <p:nvPr/>
        </p:nvSpPr>
        <p:spPr bwMode="auto">
          <a:xfrm>
            <a:off x="7032626" y="3068639"/>
            <a:ext cx="4413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800" b="1">
                <a:solidFill>
                  <a:srgbClr val="FF0000"/>
                </a:solidFill>
                <a:latin typeface="Georgia" panose="02040502050405020303" pitchFamily="18" charset="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3" grpId="0"/>
      <p:bldP spid="94" grpId="0"/>
      <p:bldP spid="9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Таблица 25">
            <a:extLst>
              <a:ext uri="{FF2B5EF4-FFF2-40B4-BE49-F238E27FC236}">
                <a16:creationId xmlns:a16="http://schemas.microsoft.com/office/drawing/2014/main" id="{0005EC27-B5EF-4391-A474-4457F889EE38}"/>
              </a:ext>
            </a:extLst>
          </p:cNvPr>
          <p:cNvGraphicFramePr>
            <a:graphicFrameLocks noGrp="1"/>
          </p:cNvGraphicFramePr>
          <p:nvPr/>
        </p:nvGraphicFramePr>
        <p:xfrm>
          <a:off x="3719513" y="2060575"/>
          <a:ext cx="609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7</a:t>
                      </a:r>
                      <a:endParaRPr lang="ru-RU" sz="32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1" name="Таблица 90">
            <a:extLst>
              <a:ext uri="{FF2B5EF4-FFF2-40B4-BE49-F238E27FC236}">
                <a16:creationId xmlns:a16="http://schemas.microsoft.com/office/drawing/2014/main" id="{0E3EAF16-2571-4BB1-A18B-BEC37D1E9F9C}"/>
              </a:ext>
            </a:extLst>
          </p:cNvPr>
          <p:cNvGraphicFramePr>
            <a:graphicFrameLocks noGrp="1"/>
          </p:cNvGraphicFramePr>
          <p:nvPr/>
        </p:nvGraphicFramePr>
        <p:xfrm>
          <a:off x="3719513" y="2060575"/>
          <a:ext cx="609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6A1A9463-F9E8-419C-A64B-51179B7778ED}"/>
              </a:ext>
            </a:extLst>
          </p:cNvPr>
          <p:cNvGraphicFramePr>
            <a:graphicFrameLocks noGrp="1"/>
          </p:cNvGraphicFramePr>
          <p:nvPr/>
        </p:nvGraphicFramePr>
        <p:xfrm>
          <a:off x="3719513" y="2060575"/>
          <a:ext cx="609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9" name="Заголовок 1">
            <a:extLst>
              <a:ext uri="{FF2B5EF4-FFF2-40B4-BE49-F238E27FC236}">
                <a16:creationId xmlns:a16="http://schemas.microsoft.com/office/drawing/2014/main" id="{5B8510DD-FF41-452A-8529-143C1AB86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313" y="44450"/>
            <a:ext cx="8229600" cy="719138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>
                <a:latin typeface="Georgia" panose="02040502050405020303" pitchFamily="18" charset="0"/>
              </a:rPr>
              <a:t>Задача 1</a:t>
            </a:r>
          </a:p>
        </p:txBody>
      </p:sp>
      <p:sp>
        <p:nvSpPr>
          <p:cNvPr id="17564" name="Объект 2">
            <a:extLst>
              <a:ext uri="{FF2B5EF4-FFF2-40B4-BE49-F238E27FC236}">
                <a16:creationId xmlns:a16="http://schemas.microsoft.com/office/drawing/2014/main" id="{666CEB0C-268F-4377-B810-8D9994434F35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981200" y="981075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 algn="just">
              <a:buNone/>
            </a:pPr>
            <a:r>
              <a:rPr lang="ru-RU" altLang="ru-RU" sz="2400">
                <a:latin typeface="Georgia" panose="02040502050405020303" pitchFamily="18" charset="0"/>
              </a:rPr>
              <a:t>Вычеркнем 2-ю и 3-ю строки таблицы. А столбцы 2 и 3 выделим.</a:t>
            </a:r>
          </a:p>
        </p:txBody>
      </p:sp>
      <p:sp>
        <p:nvSpPr>
          <p:cNvPr id="27" name="Объект 2">
            <a:extLst>
              <a:ext uri="{FF2B5EF4-FFF2-40B4-BE49-F238E27FC236}">
                <a16:creationId xmlns:a16="http://schemas.microsoft.com/office/drawing/2014/main" id="{358B5866-05C9-486E-8B13-F2E0715C68A8}"/>
              </a:ext>
            </a:extLst>
          </p:cNvPr>
          <p:cNvSpPr txBox="1">
            <a:spLocks/>
          </p:cNvSpPr>
          <p:nvPr/>
        </p:nvSpPr>
        <p:spPr bwMode="auto">
          <a:xfrm>
            <a:off x="4027488" y="5157789"/>
            <a:ext cx="601186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400">
                <a:latin typeface="Georgia" panose="02040502050405020303" pitchFamily="18" charset="0"/>
              </a:rPr>
              <a:t>Найдем минимальный элемент в выделенных столбцах.</a:t>
            </a:r>
            <a:endParaRPr lang="ru-RU" altLang="ru-RU" sz="2800" b="1">
              <a:latin typeface="Georgia" panose="02040502050405020303" pitchFamily="18" charset="0"/>
            </a:endParaRPr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5D36D732-A60A-45A6-AE7E-39B49C2AC5D3}"/>
              </a:ext>
            </a:extLst>
          </p:cNvPr>
          <p:cNvSpPr txBox="1">
            <a:spLocks/>
          </p:cNvSpPr>
          <p:nvPr/>
        </p:nvSpPr>
        <p:spPr bwMode="auto">
          <a:xfrm>
            <a:off x="8040688" y="5589589"/>
            <a:ext cx="1854200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400">
                <a:latin typeface="Georgia" panose="02040502050405020303" pitchFamily="18" charset="0"/>
              </a:rPr>
              <a:t>Он равен </a:t>
            </a:r>
            <a:r>
              <a:rPr lang="ru-RU" altLang="ru-RU" sz="2800" b="1">
                <a:latin typeface="Georgia" panose="02040502050405020303" pitchFamily="18" charset="0"/>
              </a:rPr>
              <a:t>5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FC6018-E3D0-446A-A269-F6F4AD501980}"/>
              </a:ext>
            </a:extLst>
          </p:cNvPr>
          <p:cNvSpPr/>
          <p:nvPr/>
        </p:nvSpPr>
        <p:spPr>
          <a:xfrm>
            <a:off x="6024563" y="4724401"/>
            <a:ext cx="431800" cy="3603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9" name="Объект 2">
            <a:extLst>
              <a:ext uri="{FF2B5EF4-FFF2-40B4-BE49-F238E27FC236}">
                <a16:creationId xmlns:a16="http://schemas.microsoft.com/office/drawing/2014/main" id="{366FB742-096C-426E-9831-D50FE08EB6B5}"/>
              </a:ext>
            </a:extLst>
          </p:cNvPr>
          <p:cNvSpPr txBox="1">
            <a:spLocks/>
          </p:cNvSpPr>
          <p:nvPr/>
        </p:nvSpPr>
        <p:spPr bwMode="auto">
          <a:xfrm>
            <a:off x="6096001" y="4581525"/>
            <a:ext cx="41751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800" b="1">
                <a:solidFill>
                  <a:srgbClr val="FF0000"/>
                </a:solidFill>
                <a:latin typeface="Georgia" panose="02040502050405020303" pitchFamily="18" charset="0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" grpId="0" animBg="1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Таблица 25">
            <a:extLst>
              <a:ext uri="{FF2B5EF4-FFF2-40B4-BE49-F238E27FC236}">
                <a16:creationId xmlns:a16="http://schemas.microsoft.com/office/drawing/2014/main" id="{19D0C79B-B2C7-43E8-8115-9FA7741D5670}"/>
              </a:ext>
            </a:extLst>
          </p:cNvPr>
          <p:cNvGraphicFramePr>
            <a:graphicFrameLocks noGrp="1"/>
          </p:cNvGraphicFramePr>
          <p:nvPr/>
        </p:nvGraphicFramePr>
        <p:xfrm>
          <a:off x="3719513" y="2060575"/>
          <a:ext cx="609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356377E4-859B-4417-9452-1E37A138BFCD}"/>
              </a:ext>
            </a:extLst>
          </p:cNvPr>
          <p:cNvGraphicFramePr>
            <a:graphicFrameLocks noGrp="1"/>
          </p:cNvGraphicFramePr>
          <p:nvPr/>
        </p:nvGraphicFramePr>
        <p:xfrm>
          <a:off x="3719513" y="2060575"/>
          <a:ext cx="609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9" name="Заголовок 1">
            <a:extLst>
              <a:ext uri="{FF2B5EF4-FFF2-40B4-BE49-F238E27FC236}">
                <a16:creationId xmlns:a16="http://schemas.microsoft.com/office/drawing/2014/main" id="{991347DB-73B2-405B-959F-058CB452F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313" y="44450"/>
            <a:ext cx="8229600" cy="719138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>
                <a:latin typeface="Georgia" panose="02040502050405020303" pitchFamily="18" charset="0"/>
              </a:rPr>
              <a:t>Задача 1</a:t>
            </a:r>
          </a:p>
        </p:txBody>
      </p:sp>
      <p:sp>
        <p:nvSpPr>
          <p:cNvPr id="18537" name="Объект 2">
            <a:extLst>
              <a:ext uri="{FF2B5EF4-FFF2-40B4-BE49-F238E27FC236}">
                <a16:creationId xmlns:a16="http://schemas.microsoft.com/office/drawing/2014/main" id="{D7293724-EA6E-457F-9AB9-A3B3ABF5F4B0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981200" y="981075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 algn="just">
              <a:buNone/>
            </a:pPr>
            <a:r>
              <a:rPr lang="ru-RU" altLang="ru-RU" sz="2400">
                <a:latin typeface="Georgia" panose="02040502050405020303" pitchFamily="18" charset="0"/>
              </a:rPr>
              <a:t>Вычеркнем 5-ю строку таблицы. А столбец 5 выделим.</a:t>
            </a:r>
          </a:p>
        </p:txBody>
      </p:sp>
      <p:sp>
        <p:nvSpPr>
          <p:cNvPr id="27" name="Объект 2">
            <a:extLst>
              <a:ext uri="{FF2B5EF4-FFF2-40B4-BE49-F238E27FC236}">
                <a16:creationId xmlns:a16="http://schemas.microsoft.com/office/drawing/2014/main" id="{C9BA3A1A-3CE9-42CD-A130-400D5CFF7CD1}"/>
              </a:ext>
            </a:extLst>
          </p:cNvPr>
          <p:cNvSpPr txBox="1">
            <a:spLocks/>
          </p:cNvSpPr>
          <p:nvPr/>
        </p:nvSpPr>
        <p:spPr bwMode="auto">
          <a:xfrm>
            <a:off x="4027488" y="5157789"/>
            <a:ext cx="601186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400">
                <a:latin typeface="Georgia" panose="02040502050405020303" pitchFamily="18" charset="0"/>
              </a:rPr>
              <a:t>Найдем минимальный элемент в выделенных столбцах.</a:t>
            </a:r>
            <a:endParaRPr lang="ru-RU" altLang="ru-RU" sz="2800" b="1">
              <a:latin typeface="Georgia" panose="02040502050405020303" pitchFamily="18" charset="0"/>
            </a:endParaRPr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7343FFFA-0A8F-4B6F-88F7-8F630105D46C}"/>
              </a:ext>
            </a:extLst>
          </p:cNvPr>
          <p:cNvSpPr txBox="1">
            <a:spLocks/>
          </p:cNvSpPr>
          <p:nvPr/>
        </p:nvSpPr>
        <p:spPr bwMode="auto">
          <a:xfrm>
            <a:off x="7967663" y="5589589"/>
            <a:ext cx="2139950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400">
                <a:latin typeface="Georgia" panose="02040502050405020303" pitchFamily="18" charset="0"/>
              </a:rPr>
              <a:t>Он равен </a:t>
            </a:r>
            <a:r>
              <a:rPr lang="ru-RU" altLang="ru-RU" sz="2800" b="1">
                <a:latin typeface="Georgia" panose="02040502050405020303" pitchFamily="18" charset="0"/>
              </a:rPr>
              <a:t>7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65DE555-E4D2-45E4-8D2F-CCFA5B42CB2D}"/>
              </a:ext>
            </a:extLst>
          </p:cNvPr>
          <p:cNvSpPr/>
          <p:nvPr/>
        </p:nvSpPr>
        <p:spPr>
          <a:xfrm>
            <a:off x="6024563" y="4724401"/>
            <a:ext cx="431800" cy="3603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8541" name="Объект 2">
            <a:extLst>
              <a:ext uri="{FF2B5EF4-FFF2-40B4-BE49-F238E27FC236}">
                <a16:creationId xmlns:a16="http://schemas.microsoft.com/office/drawing/2014/main" id="{C5797027-8354-4A94-9F0A-FF753BFB8FB4}"/>
              </a:ext>
            </a:extLst>
          </p:cNvPr>
          <p:cNvSpPr txBox="1">
            <a:spLocks/>
          </p:cNvSpPr>
          <p:nvPr/>
        </p:nvSpPr>
        <p:spPr bwMode="auto">
          <a:xfrm>
            <a:off x="6096001" y="4581525"/>
            <a:ext cx="41751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800" b="1">
                <a:solidFill>
                  <a:srgbClr val="FF0000"/>
                </a:solidFill>
                <a:latin typeface="Georgia" panose="02040502050405020303" pitchFamily="18" charset="0"/>
              </a:rPr>
              <a:t>5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71C0B83-F9AA-4367-BE0D-5EF9D549B93E}"/>
              </a:ext>
            </a:extLst>
          </p:cNvPr>
          <p:cNvSpPr/>
          <p:nvPr/>
        </p:nvSpPr>
        <p:spPr>
          <a:xfrm>
            <a:off x="8990014" y="2630488"/>
            <a:ext cx="561975" cy="3667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E4E05CD2-E0A0-4493-9D5E-A78B5E30970D}"/>
              </a:ext>
            </a:extLst>
          </p:cNvPr>
          <p:cNvSpPr txBox="1">
            <a:spLocks/>
          </p:cNvSpPr>
          <p:nvPr/>
        </p:nvSpPr>
        <p:spPr bwMode="auto">
          <a:xfrm>
            <a:off x="9120189" y="2517776"/>
            <a:ext cx="7207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800" b="1">
                <a:solidFill>
                  <a:srgbClr val="FF0000"/>
                </a:solidFill>
                <a:latin typeface="Georgia" panose="02040502050405020303" pitchFamily="18" charset="0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" grpId="0" animBg="1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A41B2A59-4F7A-407A-9F86-5B70F55C042E}"/>
              </a:ext>
            </a:extLst>
          </p:cNvPr>
          <p:cNvGraphicFramePr>
            <a:graphicFrameLocks noGrp="1"/>
          </p:cNvGraphicFramePr>
          <p:nvPr/>
        </p:nvGraphicFramePr>
        <p:xfrm>
          <a:off x="3719513" y="2060575"/>
          <a:ext cx="609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37FD266C-4410-44DD-B3F6-BAD1EE9B410A}"/>
              </a:ext>
            </a:extLst>
          </p:cNvPr>
          <p:cNvGraphicFramePr>
            <a:graphicFrameLocks noGrp="1"/>
          </p:cNvGraphicFramePr>
          <p:nvPr/>
        </p:nvGraphicFramePr>
        <p:xfrm>
          <a:off x="3719513" y="2047875"/>
          <a:ext cx="609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9" name="Заголовок 1">
            <a:extLst>
              <a:ext uri="{FF2B5EF4-FFF2-40B4-BE49-F238E27FC236}">
                <a16:creationId xmlns:a16="http://schemas.microsoft.com/office/drawing/2014/main" id="{35EF6653-083A-473D-ADBF-F0204D1D6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313" y="44450"/>
            <a:ext cx="8229600" cy="719138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>
                <a:latin typeface="Georgia" panose="02040502050405020303" pitchFamily="18" charset="0"/>
              </a:rPr>
              <a:t>Задача 1</a:t>
            </a:r>
          </a:p>
        </p:txBody>
      </p:sp>
      <p:sp>
        <p:nvSpPr>
          <p:cNvPr id="19561" name="Объект 2">
            <a:extLst>
              <a:ext uri="{FF2B5EF4-FFF2-40B4-BE49-F238E27FC236}">
                <a16:creationId xmlns:a16="http://schemas.microsoft.com/office/drawing/2014/main" id="{2EC726DF-0255-428D-BBE4-B8C1946BBDC4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981200" y="981075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 algn="just">
              <a:buNone/>
            </a:pPr>
            <a:r>
              <a:rPr lang="ru-RU" altLang="ru-RU" sz="2400">
                <a:latin typeface="Georgia" panose="02040502050405020303" pitchFamily="18" charset="0"/>
              </a:rPr>
              <a:t>Вычеркнем 1-ю строку таблицы. А столбец 1 выделим.</a:t>
            </a:r>
          </a:p>
        </p:txBody>
      </p:sp>
      <p:sp>
        <p:nvSpPr>
          <p:cNvPr id="27" name="Объект 2">
            <a:extLst>
              <a:ext uri="{FF2B5EF4-FFF2-40B4-BE49-F238E27FC236}">
                <a16:creationId xmlns:a16="http://schemas.microsoft.com/office/drawing/2014/main" id="{4C727160-7F6B-4EE4-BC69-8F827E7F8D27}"/>
              </a:ext>
            </a:extLst>
          </p:cNvPr>
          <p:cNvSpPr txBox="1">
            <a:spLocks/>
          </p:cNvSpPr>
          <p:nvPr/>
        </p:nvSpPr>
        <p:spPr bwMode="auto">
          <a:xfrm>
            <a:off x="4027488" y="5157789"/>
            <a:ext cx="601186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400">
                <a:latin typeface="Georgia" panose="02040502050405020303" pitchFamily="18" charset="0"/>
              </a:rPr>
              <a:t>Найдем минимальный элемент в выделенных столбцах.</a:t>
            </a:r>
            <a:endParaRPr lang="ru-RU" altLang="ru-RU" sz="2800" b="1">
              <a:latin typeface="Georgia" panose="02040502050405020303" pitchFamily="18" charset="0"/>
            </a:endParaRPr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B495DC85-DD38-49F8-B057-DDB64517BFFA}"/>
              </a:ext>
            </a:extLst>
          </p:cNvPr>
          <p:cNvSpPr txBox="1">
            <a:spLocks/>
          </p:cNvSpPr>
          <p:nvPr/>
        </p:nvSpPr>
        <p:spPr bwMode="auto">
          <a:xfrm>
            <a:off x="7967663" y="5589589"/>
            <a:ext cx="2139950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400">
                <a:latin typeface="Georgia" panose="02040502050405020303" pitchFamily="18" charset="0"/>
              </a:rPr>
              <a:t>Он равен </a:t>
            </a:r>
            <a:r>
              <a:rPr lang="ru-RU" altLang="ru-RU" sz="2800" b="1">
                <a:latin typeface="Georgia" panose="02040502050405020303" pitchFamily="18" charset="0"/>
              </a:rPr>
              <a:t>6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BEDAF83-8D90-4505-B8AE-28070336EAFE}"/>
              </a:ext>
            </a:extLst>
          </p:cNvPr>
          <p:cNvSpPr/>
          <p:nvPr/>
        </p:nvSpPr>
        <p:spPr>
          <a:xfrm>
            <a:off x="6024563" y="4724401"/>
            <a:ext cx="431800" cy="3603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9565" name="Объект 2">
            <a:extLst>
              <a:ext uri="{FF2B5EF4-FFF2-40B4-BE49-F238E27FC236}">
                <a16:creationId xmlns:a16="http://schemas.microsoft.com/office/drawing/2014/main" id="{23B5C096-99DA-4039-8EBB-E70F273F147C}"/>
              </a:ext>
            </a:extLst>
          </p:cNvPr>
          <p:cNvSpPr txBox="1">
            <a:spLocks/>
          </p:cNvSpPr>
          <p:nvPr/>
        </p:nvSpPr>
        <p:spPr bwMode="auto">
          <a:xfrm>
            <a:off x="6096001" y="4581525"/>
            <a:ext cx="41751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800" b="1">
                <a:solidFill>
                  <a:srgbClr val="FF0000"/>
                </a:solidFill>
                <a:latin typeface="Georgia" panose="02040502050405020303" pitchFamily="18" charset="0"/>
              </a:rPr>
              <a:t>5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BA75D4C-B960-4FFA-8D8A-772D191E0280}"/>
              </a:ext>
            </a:extLst>
          </p:cNvPr>
          <p:cNvGrpSpPr>
            <a:grpSpLocks/>
          </p:cNvGrpSpPr>
          <p:nvPr/>
        </p:nvGrpSpPr>
        <p:grpSpPr bwMode="auto">
          <a:xfrm>
            <a:off x="4943476" y="4070351"/>
            <a:ext cx="792163" cy="511175"/>
            <a:chOff x="467544" y="2197879"/>
            <a:chExt cx="792088" cy="511041"/>
          </a:xfrm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220FD313-E9D5-470D-A0F2-A484AA4C0134}"/>
                </a:ext>
              </a:extLst>
            </p:cNvPr>
            <p:cNvSpPr/>
            <p:nvPr/>
          </p:nvSpPr>
          <p:spPr>
            <a:xfrm>
              <a:off x="467544" y="2280407"/>
              <a:ext cx="561922" cy="36661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9569" name="Объект 2">
              <a:extLst>
                <a:ext uri="{FF2B5EF4-FFF2-40B4-BE49-F238E27FC236}">
                  <a16:creationId xmlns:a16="http://schemas.microsoft.com/office/drawing/2014/main" id="{F391D5A9-2364-477C-A304-42FB266265A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39551" y="2197879"/>
              <a:ext cx="720081" cy="511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20000"/>
                </a:spcBef>
                <a:buFont typeface="Arial" panose="020B0604020202020204" pitchFamily="34" charset="0"/>
                <a:buNone/>
              </a:pPr>
              <a:r>
                <a:rPr lang="ru-RU" altLang="ru-RU" sz="2800" b="1">
                  <a:solidFill>
                    <a:srgbClr val="FF0000"/>
                  </a:solidFill>
                  <a:latin typeface="Georgia" panose="02040502050405020303" pitchFamily="18" charset="0"/>
                </a:rPr>
                <a:t>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71899FD4-04CD-4890-8987-D8F7F5B6DE67}"/>
              </a:ext>
            </a:extLst>
          </p:cNvPr>
          <p:cNvGraphicFramePr>
            <a:graphicFrameLocks noGrp="1"/>
          </p:cNvGraphicFramePr>
          <p:nvPr/>
        </p:nvGraphicFramePr>
        <p:xfrm>
          <a:off x="3719513" y="1965325"/>
          <a:ext cx="609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rgbClr val="FF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8BEEC45F-8E4E-4C28-B6BF-97B52C3541E5}"/>
              </a:ext>
            </a:extLst>
          </p:cNvPr>
          <p:cNvGraphicFramePr>
            <a:graphicFrameLocks noGrp="1"/>
          </p:cNvGraphicFramePr>
          <p:nvPr/>
        </p:nvGraphicFramePr>
        <p:xfrm>
          <a:off x="3719513" y="1989138"/>
          <a:ext cx="609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rgbClr val="FF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9" name="Заголовок 1">
            <a:extLst>
              <a:ext uri="{FF2B5EF4-FFF2-40B4-BE49-F238E27FC236}">
                <a16:creationId xmlns:a16="http://schemas.microsoft.com/office/drawing/2014/main" id="{0922E1BB-AD24-4C35-9D38-965D0F439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313" y="44450"/>
            <a:ext cx="8229600" cy="719138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>
                <a:latin typeface="Georgia" panose="02040502050405020303" pitchFamily="18" charset="0"/>
              </a:rPr>
              <a:t>Задача 1</a:t>
            </a:r>
          </a:p>
        </p:txBody>
      </p:sp>
      <p:sp>
        <p:nvSpPr>
          <p:cNvPr id="20585" name="Объект 2">
            <a:extLst>
              <a:ext uri="{FF2B5EF4-FFF2-40B4-BE49-F238E27FC236}">
                <a16:creationId xmlns:a16="http://schemas.microsoft.com/office/drawing/2014/main" id="{1605300D-26C0-426D-BF91-C74A4CD2E9E0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981200" y="981075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 algn="just">
              <a:buNone/>
            </a:pPr>
            <a:r>
              <a:rPr lang="ru-RU" altLang="ru-RU" sz="2400">
                <a:latin typeface="Georgia" panose="02040502050405020303" pitchFamily="18" charset="0"/>
              </a:rPr>
              <a:t>Вычеркнем 4-ю строку таблицы. А столбец 4 выделим.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Заголовок 1">
            <a:extLst>
              <a:ext uri="{FF2B5EF4-FFF2-40B4-BE49-F238E27FC236}">
                <a16:creationId xmlns:a16="http://schemas.microsoft.com/office/drawing/2014/main" id="{43D45D1C-55EB-450C-9BD4-484EFD283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313" y="44450"/>
            <a:ext cx="8229600" cy="719138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>
                <a:latin typeface="Georgia" panose="02040502050405020303" pitchFamily="18" charset="0"/>
              </a:rPr>
              <a:t>Задача 1</a:t>
            </a:r>
          </a:p>
        </p:txBody>
      </p:sp>
      <p:sp>
        <p:nvSpPr>
          <p:cNvPr id="21507" name="Объект 2">
            <a:extLst>
              <a:ext uri="{FF2B5EF4-FFF2-40B4-BE49-F238E27FC236}">
                <a16:creationId xmlns:a16="http://schemas.microsoft.com/office/drawing/2014/main" id="{C3FC83A4-6D24-418D-9062-356F491129B7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981200" y="981075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 algn="just">
              <a:buNone/>
            </a:pPr>
            <a:r>
              <a:rPr lang="ru-RU" altLang="ru-RU" sz="2400">
                <a:latin typeface="Georgia" panose="02040502050405020303" pitchFamily="18" charset="0"/>
              </a:rPr>
              <a:t>Получаем связное остовное дерево минимальное веса.</a:t>
            </a:r>
          </a:p>
        </p:txBody>
      </p: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621D75EB-9BAF-41F9-97BC-FFC472DC0D77}"/>
              </a:ext>
            </a:extLst>
          </p:cNvPr>
          <p:cNvGraphicFramePr>
            <a:graphicFrameLocks noGrp="1"/>
          </p:cNvGraphicFramePr>
          <p:nvPr/>
        </p:nvGraphicFramePr>
        <p:xfrm>
          <a:off x="3719513" y="1989138"/>
          <a:ext cx="609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rgbClr val="FF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42F34AE-52BE-4E66-AED1-BB314AEF4D36}"/>
              </a:ext>
            </a:extLst>
          </p:cNvPr>
          <p:cNvCxnSpPr>
            <a:stCxn id="23" idx="0"/>
            <a:endCxn id="22" idx="3"/>
          </p:cNvCxnSpPr>
          <p:nvPr/>
        </p:nvCxnSpPr>
        <p:spPr>
          <a:xfrm flipV="1">
            <a:off x="3186114" y="2806700"/>
            <a:ext cx="479425" cy="806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8E5394B-B334-45B7-A05A-AFE526FD9CE3}"/>
              </a:ext>
            </a:extLst>
          </p:cNvPr>
          <p:cNvCxnSpPr>
            <a:stCxn id="24" idx="0"/>
          </p:cNvCxnSpPr>
          <p:nvPr/>
        </p:nvCxnSpPr>
        <p:spPr>
          <a:xfrm flipV="1">
            <a:off x="8759825" y="2506664"/>
            <a:ext cx="287338" cy="11064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8F139BC8-526F-4520-9D42-1CB1239DCE4C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3697289" y="4121150"/>
            <a:ext cx="45497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EC8E96FD-F3C2-4CC9-92E0-84220A75EE52}"/>
              </a:ext>
            </a:extLst>
          </p:cNvPr>
          <p:cNvCxnSpPr>
            <a:stCxn id="22" idx="6"/>
          </p:cNvCxnSpPr>
          <p:nvPr/>
        </p:nvCxnSpPr>
        <p:spPr>
          <a:xfrm flipV="1">
            <a:off x="4540250" y="2152651"/>
            <a:ext cx="4051300" cy="2952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AAC3137-9D6D-4047-9DB7-E8B3AC00C373}"/>
              </a:ext>
            </a:extLst>
          </p:cNvPr>
          <p:cNvCxnSpPr>
            <a:stCxn id="25" idx="6"/>
            <a:endCxn id="24" idx="3"/>
          </p:cNvCxnSpPr>
          <p:nvPr/>
        </p:nvCxnSpPr>
        <p:spPr>
          <a:xfrm flipV="1">
            <a:off x="5929313" y="4479926"/>
            <a:ext cx="2468562" cy="987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36E84101-771F-4B2D-B1BF-70BCF98E1CC3}"/>
              </a:ext>
            </a:extLst>
          </p:cNvPr>
          <p:cNvCxnSpPr>
            <a:endCxn id="23" idx="5"/>
          </p:cNvCxnSpPr>
          <p:nvPr/>
        </p:nvCxnSpPr>
        <p:spPr>
          <a:xfrm flipH="1" flipV="1">
            <a:off x="3548063" y="4479925"/>
            <a:ext cx="1357312" cy="7381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FAC10BFA-BBCA-459B-AB32-B77DC9D9DA7F}"/>
              </a:ext>
            </a:extLst>
          </p:cNvPr>
          <p:cNvCxnSpPr>
            <a:stCxn id="24" idx="1"/>
            <a:endCxn id="22" idx="6"/>
          </p:cNvCxnSpPr>
          <p:nvPr/>
        </p:nvCxnSpPr>
        <p:spPr>
          <a:xfrm flipH="1" flipV="1">
            <a:off x="4540251" y="2447925"/>
            <a:ext cx="3857625" cy="1314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4AE04AD-EB47-47E1-AF3B-8BABAE47D261}"/>
              </a:ext>
            </a:extLst>
          </p:cNvPr>
          <p:cNvSpPr txBox="1"/>
          <p:nvPr/>
        </p:nvSpPr>
        <p:spPr>
          <a:xfrm rot="21363679">
            <a:off x="6475413" y="1724025"/>
            <a:ext cx="584200" cy="522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BF9D46-508C-4C4C-93FF-4A98E7CD66CE}"/>
              </a:ext>
            </a:extLst>
          </p:cNvPr>
          <p:cNvSpPr txBox="1"/>
          <p:nvPr/>
        </p:nvSpPr>
        <p:spPr>
          <a:xfrm rot="1078789">
            <a:off x="6813551" y="2693989"/>
            <a:ext cx="384175" cy="522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F26BE2-5D3E-4925-ACE3-7E2816D67102}"/>
              </a:ext>
            </a:extLst>
          </p:cNvPr>
          <p:cNvSpPr txBox="1"/>
          <p:nvPr/>
        </p:nvSpPr>
        <p:spPr>
          <a:xfrm>
            <a:off x="5676901" y="3497264"/>
            <a:ext cx="612775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49CCB6-62D3-4F10-AFB9-0F0C93126134}"/>
              </a:ext>
            </a:extLst>
          </p:cNvPr>
          <p:cNvSpPr txBox="1"/>
          <p:nvPr/>
        </p:nvSpPr>
        <p:spPr>
          <a:xfrm rot="20072864">
            <a:off x="6537326" y="4603751"/>
            <a:ext cx="536575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1F772F-DD1D-4951-A60C-5C4B20F7C8D3}"/>
              </a:ext>
            </a:extLst>
          </p:cNvPr>
          <p:cNvSpPr txBox="1"/>
          <p:nvPr/>
        </p:nvSpPr>
        <p:spPr>
          <a:xfrm rot="1675232">
            <a:off x="4127500" y="4337050"/>
            <a:ext cx="407988" cy="522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FD92A6-349F-457D-BB20-54072AACE2CD}"/>
              </a:ext>
            </a:extLst>
          </p:cNvPr>
          <p:cNvSpPr txBox="1"/>
          <p:nvPr/>
        </p:nvSpPr>
        <p:spPr>
          <a:xfrm rot="582201">
            <a:off x="8956676" y="2776539"/>
            <a:ext cx="417513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4B3D64-9E4C-46DD-9814-3310BA203823}"/>
              </a:ext>
            </a:extLst>
          </p:cNvPr>
          <p:cNvSpPr txBox="1"/>
          <p:nvPr/>
        </p:nvSpPr>
        <p:spPr>
          <a:xfrm rot="1159065">
            <a:off x="2986088" y="2909889"/>
            <a:ext cx="400050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5</a:t>
            </a: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4A333758-A336-4973-A56A-D012489EEFB8}"/>
              </a:ext>
            </a:extLst>
          </p:cNvPr>
          <p:cNvSpPr/>
          <p:nvPr/>
        </p:nvSpPr>
        <p:spPr>
          <a:xfrm>
            <a:off x="3516314" y="1939926"/>
            <a:ext cx="1023937" cy="10144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5</a:t>
            </a: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2668CE45-4074-45BF-9C72-4AE984D198B7}"/>
              </a:ext>
            </a:extLst>
          </p:cNvPr>
          <p:cNvSpPr/>
          <p:nvPr/>
        </p:nvSpPr>
        <p:spPr>
          <a:xfrm>
            <a:off x="2673350" y="3613151"/>
            <a:ext cx="1023938" cy="10144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AE4A8015-D3C7-40F9-A041-46D97D83AA82}"/>
              </a:ext>
            </a:extLst>
          </p:cNvPr>
          <p:cNvSpPr/>
          <p:nvPr/>
        </p:nvSpPr>
        <p:spPr>
          <a:xfrm>
            <a:off x="8247064" y="3613151"/>
            <a:ext cx="1023937" cy="10144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998CC5EC-7676-4F32-8731-941B821F90AC}"/>
              </a:ext>
            </a:extLst>
          </p:cNvPr>
          <p:cNvSpPr/>
          <p:nvPr/>
        </p:nvSpPr>
        <p:spPr>
          <a:xfrm>
            <a:off x="4905375" y="4959350"/>
            <a:ext cx="1023938" cy="10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1DA7F078-B9BE-47D6-8D7C-8F8855F7ECDB}"/>
              </a:ext>
            </a:extLst>
          </p:cNvPr>
          <p:cNvSpPr/>
          <p:nvPr/>
        </p:nvSpPr>
        <p:spPr>
          <a:xfrm>
            <a:off x="8535989" y="1492251"/>
            <a:ext cx="1023937" cy="10144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6" grpId="0"/>
      <p:bldP spid="16" grpId="1"/>
      <p:bldP spid="17" grpId="0"/>
      <p:bldP spid="17" grpId="1"/>
      <p:bldP spid="18" grpId="0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Заголовок 1">
            <a:extLst>
              <a:ext uri="{FF2B5EF4-FFF2-40B4-BE49-F238E27FC236}">
                <a16:creationId xmlns:a16="http://schemas.microsoft.com/office/drawing/2014/main" id="{704E44E7-43FB-40FA-9D3A-2F3F8B569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313" y="44450"/>
            <a:ext cx="8229600" cy="719138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>
                <a:latin typeface="Georgia" panose="02040502050405020303" pitchFamily="18" charset="0"/>
              </a:rPr>
              <a:t>Задача 1</a:t>
            </a:r>
          </a:p>
        </p:txBody>
      </p:sp>
      <p:sp>
        <p:nvSpPr>
          <p:cNvPr id="90" name="Объект 2">
            <a:extLst>
              <a:ext uri="{FF2B5EF4-FFF2-40B4-BE49-F238E27FC236}">
                <a16:creationId xmlns:a16="http://schemas.microsoft.com/office/drawing/2014/main" id="{C2EB363B-12AA-4615-B109-8F9C64E35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1" y="765175"/>
            <a:ext cx="8435975" cy="863600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Ответ:</a:t>
            </a:r>
            <a:r>
              <a:rPr lang="ru-RU" sz="2400" dirty="0">
                <a:latin typeface="Georgia" panose="02040502050405020303" pitchFamily="18" charset="0"/>
              </a:rPr>
              <a:t> газопровод с минимальными затратами необходимо прокладывать так: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EA54A208-1EA8-4BB5-ABF7-801372FE85B0}"/>
              </a:ext>
            </a:extLst>
          </p:cNvPr>
          <p:cNvGrpSpPr>
            <a:grpSpLocks/>
          </p:cNvGrpSpPr>
          <p:nvPr/>
        </p:nvGrpSpPr>
        <p:grpSpPr bwMode="auto">
          <a:xfrm>
            <a:off x="2673351" y="1257300"/>
            <a:ext cx="6886575" cy="4483100"/>
            <a:chOff x="1150071" y="1491770"/>
            <a:chExt cx="6885684" cy="4482976"/>
          </a:xfrm>
        </p:grpSpPr>
        <p:grpSp>
          <p:nvGrpSpPr>
            <p:cNvPr id="22552" name="Группа 1">
              <a:extLst>
                <a:ext uri="{FF2B5EF4-FFF2-40B4-BE49-F238E27FC236}">
                  <a16:creationId xmlns:a16="http://schemas.microsoft.com/office/drawing/2014/main" id="{A899D7DC-4FBB-4D55-904E-44133CDD45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0071" y="1491770"/>
              <a:ext cx="6885684" cy="4482976"/>
              <a:chOff x="1150071" y="1491770"/>
              <a:chExt cx="6885684" cy="4482976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5C5050CD-5A83-45A4-B46F-8562DB139646}"/>
                  </a:ext>
                </a:extLst>
              </p:cNvPr>
              <p:cNvCxnSpPr>
                <a:stCxn id="23" idx="0"/>
                <a:endCxn id="22" idx="3"/>
              </p:cNvCxnSpPr>
              <p:nvPr/>
            </p:nvCxnSpPr>
            <p:spPr>
              <a:xfrm flipV="1">
                <a:off x="1662768" y="2806184"/>
                <a:ext cx="479363" cy="80642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3FD6D150-D77D-4C3C-BC16-0270304167F4}"/>
                  </a:ext>
                </a:extLst>
              </p:cNvPr>
              <p:cNvCxnSpPr>
                <a:stCxn id="24" idx="0"/>
              </p:cNvCxnSpPr>
              <p:nvPr/>
            </p:nvCxnSpPr>
            <p:spPr>
              <a:xfrm flipV="1">
                <a:off x="7235759" y="2506155"/>
                <a:ext cx="287301" cy="110645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6F426BE1-E24F-4BFA-91C9-29E9712D5075}"/>
                  </a:ext>
                </a:extLst>
              </p:cNvPr>
              <p:cNvCxnSpPr>
                <a:endCxn id="23" idx="5"/>
              </p:cNvCxnSpPr>
              <p:nvPr/>
            </p:nvCxnSpPr>
            <p:spPr>
              <a:xfrm flipH="1" flipV="1">
                <a:off x="2024671" y="4479362"/>
                <a:ext cx="1355550" cy="73816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954F3B2-1FC4-4D3A-914E-A8F1412BE69C}"/>
                  </a:ext>
                </a:extLst>
              </p:cNvPr>
              <p:cNvSpPr txBox="1"/>
              <p:nvPr/>
            </p:nvSpPr>
            <p:spPr>
              <a:xfrm rot="1675232">
                <a:off x="2602446" y="4336491"/>
                <a:ext cx="409522" cy="52386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ru-RU" sz="2800" b="1" dirty="0">
                    <a:solidFill>
                      <a:schemeClr val="accent3">
                        <a:lumMod val="50000"/>
                      </a:schemeClr>
                    </a:solidFill>
                    <a:latin typeface="Georgia" panose="02040502050405020303" pitchFamily="18" charset="0"/>
                  </a:rPr>
                  <a:t>3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995588-922D-493A-8ED4-0037EC9A247E}"/>
                  </a:ext>
                </a:extLst>
              </p:cNvPr>
              <p:cNvSpPr txBox="1"/>
              <p:nvPr/>
            </p:nvSpPr>
            <p:spPr>
              <a:xfrm rot="582201">
                <a:off x="7432583" y="2776022"/>
                <a:ext cx="417459" cy="52386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ru-RU" sz="2800" b="1" dirty="0">
                    <a:solidFill>
                      <a:schemeClr val="accent3">
                        <a:lumMod val="50000"/>
                      </a:schemeClr>
                    </a:solidFill>
                    <a:latin typeface="Georgia" panose="02040502050405020303" pitchFamily="18" charset="0"/>
                  </a:rPr>
                  <a:t>6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E74AEA9-E6B8-450D-A825-3F1A4AB943AD}"/>
                  </a:ext>
                </a:extLst>
              </p:cNvPr>
              <p:cNvSpPr txBox="1"/>
              <p:nvPr/>
            </p:nvSpPr>
            <p:spPr>
              <a:xfrm rot="1159065">
                <a:off x="1462769" y="2910956"/>
                <a:ext cx="398410" cy="52227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ru-RU" sz="2800" b="1" dirty="0">
                    <a:solidFill>
                      <a:schemeClr val="accent3">
                        <a:lumMod val="50000"/>
                      </a:schemeClr>
                    </a:solidFill>
                    <a:latin typeface="Georgia" panose="02040502050405020303" pitchFamily="18" charset="0"/>
                  </a:rPr>
                  <a:t>5</a:t>
                </a:r>
              </a:p>
            </p:txBody>
          </p:sp>
          <p:sp>
            <p:nvSpPr>
              <p:cNvPr id="22" name="Овал 21">
                <a:extLst>
                  <a:ext uri="{FF2B5EF4-FFF2-40B4-BE49-F238E27FC236}">
                    <a16:creationId xmlns:a16="http://schemas.microsoft.com/office/drawing/2014/main" id="{99EB8224-1D8A-4E9C-9A23-D2C6006173EA}"/>
                  </a:ext>
                </a:extLst>
              </p:cNvPr>
              <p:cNvSpPr/>
              <p:nvPr/>
            </p:nvSpPr>
            <p:spPr>
              <a:xfrm>
                <a:off x="1991337" y="1939433"/>
                <a:ext cx="1025392" cy="10159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ru-RU" sz="36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5</a:t>
                </a:r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B9F78479-9332-4260-8E20-0F2E73E23447}"/>
                  </a:ext>
                </a:extLst>
              </p:cNvPr>
              <p:cNvSpPr/>
              <p:nvPr/>
            </p:nvSpPr>
            <p:spPr>
              <a:xfrm>
                <a:off x="1150071" y="3612611"/>
                <a:ext cx="1023806" cy="10159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ru-RU" sz="36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1</a:t>
                </a:r>
              </a:p>
            </p:txBody>
          </p:sp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20E87BB4-3187-42DB-9602-80046EE840E4}"/>
                  </a:ext>
                </a:extLst>
              </p:cNvPr>
              <p:cNvSpPr/>
              <p:nvPr/>
            </p:nvSpPr>
            <p:spPr>
              <a:xfrm>
                <a:off x="6723063" y="3612611"/>
                <a:ext cx="1025392" cy="10159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ru-RU" sz="36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2</a:t>
                </a:r>
              </a:p>
            </p:txBody>
          </p:sp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5822EBAA-CFEA-44E4-B553-1A8E1FA41AB5}"/>
                  </a:ext>
                </a:extLst>
              </p:cNvPr>
              <p:cNvSpPr/>
              <p:nvPr/>
            </p:nvSpPr>
            <p:spPr>
              <a:xfrm>
                <a:off x="3380220" y="4960362"/>
                <a:ext cx="1023805" cy="101438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ru-RU" sz="36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3</a:t>
                </a:r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DD3AD3A7-735B-40D1-92BA-9374D2FD2A0C}"/>
                  </a:ext>
                </a:extLst>
              </p:cNvPr>
              <p:cNvSpPr/>
              <p:nvPr/>
            </p:nvSpPr>
            <p:spPr>
              <a:xfrm>
                <a:off x="7011950" y="1491770"/>
                <a:ext cx="1023805" cy="101438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ru-RU" sz="36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4</a:t>
                </a:r>
              </a:p>
            </p:txBody>
          </p:sp>
        </p:grp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7B0A3591-A984-407B-85AC-095C7B6D991A}"/>
                </a:ext>
              </a:extLst>
            </p:cNvPr>
            <p:cNvCxnSpPr/>
            <p:nvPr/>
          </p:nvCxnSpPr>
          <p:spPr>
            <a:xfrm flipH="1" flipV="1">
              <a:off x="3016729" y="2447419"/>
              <a:ext cx="3857126" cy="131441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D3C32BE-EDAE-4010-816D-463EC2A7E0D2}"/>
                </a:ext>
              </a:extLst>
            </p:cNvPr>
            <p:cNvSpPr txBox="1"/>
            <p:nvPr/>
          </p:nvSpPr>
          <p:spPr>
            <a:xfrm rot="1078789">
              <a:off x="5289735" y="2693475"/>
              <a:ext cx="384125" cy="5238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7</a:t>
              </a:r>
            </a:p>
          </p:txBody>
        </p: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A1127DE5-A802-4FA8-B59A-21A7EADD2136}"/>
              </a:ext>
            </a:extLst>
          </p:cNvPr>
          <p:cNvGrpSpPr>
            <a:grpSpLocks/>
          </p:cNvGrpSpPr>
          <p:nvPr/>
        </p:nvGrpSpPr>
        <p:grpSpPr bwMode="auto">
          <a:xfrm>
            <a:off x="2063750" y="1789113"/>
            <a:ext cx="8064500" cy="3689350"/>
            <a:chOff x="539552" y="2024844"/>
            <a:chExt cx="8064896" cy="3688682"/>
          </a:xfrm>
        </p:grpSpPr>
        <p:grpSp>
          <p:nvGrpSpPr>
            <p:cNvPr id="22538" name="Группа 45">
              <a:extLst>
                <a:ext uri="{FF2B5EF4-FFF2-40B4-BE49-F238E27FC236}">
                  <a16:creationId xmlns:a16="http://schemas.microsoft.com/office/drawing/2014/main" id="{3F693006-9CAB-42B7-8BE4-832C145433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9552" y="2024844"/>
              <a:ext cx="8064896" cy="3688682"/>
              <a:chOff x="539552" y="2024844"/>
              <a:chExt cx="8064896" cy="3688682"/>
            </a:xfrm>
          </p:grpSpPr>
          <p:cxnSp>
            <p:nvCxnSpPr>
              <p:cNvPr id="49" name="Прямая соединительная линия 48">
                <a:extLst>
                  <a:ext uri="{FF2B5EF4-FFF2-40B4-BE49-F238E27FC236}">
                    <a16:creationId xmlns:a16="http://schemas.microsoft.com/office/drawing/2014/main" id="{8F8B0D4F-F4A6-4FBA-A320-B346F09239BB}"/>
                  </a:ext>
                </a:extLst>
              </p:cNvPr>
              <p:cNvCxnSpPr/>
              <p:nvPr/>
            </p:nvCxnSpPr>
            <p:spPr>
              <a:xfrm flipV="1">
                <a:off x="1547665" y="2805753"/>
                <a:ext cx="593754" cy="102216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Прямая соединительная линия 49">
                <a:extLst>
                  <a:ext uri="{FF2B5EF4-FFF2-40B4-BE49-F238E27FC236}">
                    <a16:creationId xmlns:a16="http://schemas.microsoft.com/office/drawing/2014/main" id="{7B737D3A-7684-4BE8-B147-8A833EB6170B}"/>
                  </a:ext>
                </a:extLst>
              </p:cNvPr>
              <p:cNvCxnSpPr/>
              <p:nvPr/>
            </p:nvCxnSpPr>
            <p:spPr>
              <a:xfrm flipV="1">
                <a:off x="7201029" y="2507357"/>
                <a:ext cx="322279" cy="125231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Прямая соединительная линия 50">
                <a:extLst>
                  <a:ext uri="{FF2B5EF4-FFF2-40B4-BE49-F238E27FC236}">
                    <a16:creationId xmlns:a16="http://schemas.microsoft.com/office/drawing/2014/main" id="{7C8B29A2-4FE9-4ABF-98A7-D01373C7650A}"/>
                  </a:ext>
                </a:extLst>
              </p:cNvPr>
              <p:cNvCxnSpPr/>
              <p:nvPr/>
            </p:nvCxnSpPr>
            <p:spPr>
              <a:xfrm flipH="1" flipV="1">
                <a:off x="1661970" y="4332651"/>
                <a:ext cx="1719346" cy="88566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C74D099-E551-49A4-A746-005914BCA86C}"/>
                  </a:ext>
                </a:extLst>
              </p:cNvPr>
              <p:cNvSpPr txBox="1"/>
              <p:nvPr/>
            </p:nvSpPr>
            <p:spPr>
              <a:xfrm rot="1675232">
                <a:off x="2603403" y="4335825"/>
                <a:ext cx="408008" cy="5237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ru-RU" sz="2800" b="1" dirty="0">
                    <a:solidFill>
                      <a:schemeClr val="accent3">
                        <a:lumMod val="50000"/>
                      </a:schemeClr>
                    </a:solidFill>
                    <a:latin typeface="Georgia" panose="02040502050405020303" pitchFamily="18" charset="0"/>
                  </a:rPr>
                  <a:t>3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1F93369-1068-4B08-B47D-ACD7E9C18503}"/>
                  </a:ext>
                </a:extLst>
              </p:cNvPr>
              <p:cNvSpPr txBox="1"/>
              <p:nvPr/>
            </p:nvSpPr>
            <p:spPr>
              <a:xfrm rot="582201">
                <a:off x="7432815" y="2777183"/>
                <a:ext cx="417534" cy="52219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ru-RU" sz="2800" b="1" dirty="0">
                    <a:solidFill>
                      <a:schemeClr val="accent3">
                        <a:lumMod val="50000"/>
                      </a:schemeClr>
                    </a:solidFill>
                    <a:latin typeface="Georgia" panose="02040502050405020303" pitchFamily="18" charset="0"/>
                  </a:rPr>
                  <a:t>6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72BAEA-969B-404B-93A0-91E1ED6E9FC9}"/>
                  </a:ext>
                </a:extLst>
              </p:cNvPr>
              <p:cNvSpPr txBox="1"/>
              <p:nvPr/>
            </p:nvSpPr>
            <p:spPr>
              <a:xfrm rot="1159065">
                <a:off x="1461935" y="2910509"/>
                <a:ext cx="400070" cy="5237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ru-RU" sz="2800" b="1" dirty="0">
                    <a:solidFill>
                      <a:schemeClr val="accent3">
                        <a:lumMod val="50000"/>
                      </a:schemeClr>
                    </a:solidFill>
                    <a:latin typeface="Georgia" panose="02040502050405020303" pitchFamily="18" charset="0"/>
                  </a:rPr>
                  <a:t>5</a:t>
                </a:r>
              </a:p>
            </p:txBody>
          </p:sp>
          <p:sp>
            <p:nvSpPr>
              <p:cNvPr id="55" name="Скругленный прямоугольник 54">
                <a:extLst>
                  <a:ext uri="{FF2B5EF4-FFF2-40B4-BE49-F238E27FC236}">
                    <a16:creationId xmlns:a16="http://schemas.microsoft.com/office/drawing/2014/main" id="{3F95FAA5-B9C2-4832-B6A0-0AD2B6D8A0E3}"/>
                  </a:ext>
                </a:extLst>
              </p:cNvPr>
              <p:cNvSpPr/>
              <p:nvPr/>
            </p:nvSpPr>
            <p:spPr>
              <a:xfrm>
                <a:off x="899933" y="2277210"/>
                <a:ext cx="2232135" cy="503147"/>
              </a:xfrm>
              <a:prstGeom prst="roundRect">
                <a:avLst/>
              </a:prstGeom>
              <a:ln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ru-RU" sz="2400" b="1" dirty="0" err="1">
                    <a:solidFill>
                      <a:schemeClr val="bg1"/>
                    </a:solidFill>
                    <a:latin typeface="Georgia" panose="02040502050405020303" pitchFamily="18" charset="0"/>
                  </a:rPr>
                  <a:t>Чернеевка</a:t>
                </a:r>
                <a:endParaRPr lang="ru-RU" sz="2400" b="1" dirty="0">
                  <a:solidFill>
                    <a:schemeClr val="bg1"/>
                  </a:solidFill>
                  <a:latin typeface="Georgia" panose="02040502050405020303" pitchFamily="18" charset="0"/>
                </a:endParaRPr>
              </a:p>
            </p:txBody>
          </p:sp>
          <p:sp>
            <p:nvSpPr>
              <p:cNvPr id="56" name="Скругленный прямоугольник 55">
                <a:extLst>
                  <a:ext uri="{FF2B5EF4-FFF2-40B4-BE49-F238E27FC236}">
                    <a16:creationId xmlns:a16="http://schemas.microsoft.com/office/drawing/2014/main" id="{BDEAE165-4BC9-476D-A35B-36704C754D90}"/>
                  </a:ext>
                </a:extLst>
              </p:cNvPr>
              <p:cNvSpPr/>
              <p:nvPr/>
            </p:nvSpPr>
            <p:spPr>
              <a:xfrm>
                <a:off x="539552" y="3827917"/>
                <a:ext cx="2232135" cy="504734"/>
              </a:xfrm>
              <a:prstGeom prst="roundRect">
                <a:avLst/>
              </a:prstGeom>
              <a:ln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ru-RU" sz="2400" b="1" dirty="0" err="1">
                    <a:solidFill>
                      <a:schemeClr val="bg1"/>
                    </a:solidFill>
                    <a:latin typeface="Georgia" panose="02040502050405020303" pitchFamily="18" charset="0"/>
                  </a:rPr>
                  <a:t>Мышкино</a:t>
                </a:r>
                <a:endParaRPr lang="ru-RU" sz="2400" b="1" dirty="0">
                  <a:solidFill>
                    <a:schemeClr val="bg1"/>
                  </a:solidFill>
                  <a:latin typeface="Georgia" panose="02040502050405020303" pitchFamily="18" charset="0"/>
                </a:endParaRPr>
              </a:p>
            </p:txBody>
          </p:sp>
          <p:sp>
            <p:nvSpPr>
              <p:cNvPr id="57" name="Скругленный прямоугольник 56">
                <a:extLst>
                  <a:ext uri="{FF2B5EF4-FFF2-40B4-BE49-F238E27FC236}">
                    <a16:creationId xmlns:a16="http://schemas.microsoft.com/office/drawing/2014/main" id="{E2C8D047-07E5-468B-A96A-85992A5D2E51}"/>
                  </a:ext>
                </a:extLst>
              </p:cNvPr>
              <p:cNvSpPr/>
              <p:nvPr/>
            </p:nvSpPr>
            <p:spPr>
              <a:xfrm>
                <a:off x="2228735" y="5208792"/>
                <a:ext cx="2232135" cy="504734"/>
              </a:xfrm>
              <a:prstGeom prst="roundRect">
                <a:avLst/>
              </a:prstGeom>
              <a:ln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ru-RU" sz="24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Ступино</a:t>
                </a:r>
              </a:p>
            </p:txBody>
          </p:sp>
          <p:sp>
            <p:nvSpPr>
              <p:cNvPr id="58" name="Скругленный прямоугольник 57">
                <a:extLst>
                  <a:ext uri="{FF2B5EF4-FFF2-40B4-BE49-F238E27FC236}">
                    <a16:creationId xmlns:a16="http://schemas.microsoft.com/office/drawing/2014/main" id="{A893BD79-7414-4232-AE83-4C206C201828}"/>
                  </a:ext>
                </a:extLst>
              </p:cNvPr>
              <p:cNvSpPr/>
              <p:nvPr/>
            </p:nvSpPr>
            <p:spPr>
              <a:xfrm>
                <a:off x="6084962" y="3810458"/>
                <a:ext cx="2232135" cy="504734"/>
              </a:xfrm>
              <a:prstGeom prst="roundRect">
                <a:avLst/>
              </a:prstGeom>
              <a:ln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ru-RU" sz="24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Кошкино</a:t>
                </a:r>
              </a:p>
            </p:txBody>
          </p:sp>
          <p:sp>
            <p:nvSpPr>
              <p:cNvPr id="59" name="Скругленный прямоугольник 58">
                <a:extLst>
                  <a:ext uri="{FF2B5EF4-FFF2-40B4-BE49-F238E27FC236}">
                    <a16:creationId xmlns:a16="http://schemas.microsoft.com/office/drawing/2014/main" id="{28A7729A-35AB-47D3-ADFB-88A0DCBDE1A9}"/>
                  </a:ext>
                </a:extLst>
              </p:cNvPr>
              <p:cNvSpPr/>
              <p:nvPr/>
            </p:nvSpPr>
            <p:spPr>
              <a:xfrm>
                <a:off x="6372313" y="2024844"/>
                <a:ext cx="2232135" cy="504734"/>
              </a:xfrm>
              <a:prstGeom prst="roundRect">
                <a:avLst/>
              </a:prstGeom>
              <a:ln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ru-RU" sz="2400" b="1" dirty="0" err="1">
                    <a:solidFill>
                      <a:schemeClr val="bg1"/>
                    </a:solidFill>
                    <a:latin typeface="Georgia" panose="02040502050405020303" pitchFamily="18" charset="0"/>
                  </a:rPr>
                  <a:t>Малаховка</a:t>
                </a:r>
                <a:endParaRPr lang="ru-RU" sz="2400" b="1" dirty="0">
                  <a:solidFill>
                    <a:schemeClr val="bg1"/>
                  </a:solidFill>
                  <a:latin typeface="Georgia" panose="02040502050405020303" pitchFamily="18" charset="0"/>
                </a:endParaRPr>
              </a:p>
            </p:txBody>
          </p:sp>
        </p:grpSp>
        <p:cxnSp>
          <p:nvCxnSpPr>
            <p:cNvPr id="47" name="Прямая соединительная линия 46">
              <a:extLst>
                <a:ext uri="{FF2B5EF4-FFF2-40B4-BE49-F238E27FC236}">
                  <a16:creationId xmlns:a16="http://schemas.microsoft.com/office/drawing/2014/main" id="{C49F3759-B73B-43FE-89DC-7E48FF5BDBE1}"/>
                </a:ext>
              </a:extLst>
            </p:cNvPr>
            <p:cNvCxnSpPr>
              <a:endCxn id="55" idx="3"/>
            </p:cNvCxnSpPr>
            <p:nvPr/>
          </p:nvCxnSpPr>
          <p:spPr>
            <a:xfrm flipH="1" flipV="1">
              <a:off x="3132067" y="2529578"/>
              <a:ext cx="3741921" cy="123167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3CE1CCC-562E-4E8F-874C-CF255F502460}"/>
                </a:ext>
              </a:extLst>
            </p:cNvPr>
            <p:cNvSpPr txBox="1"/>
            <p:nvPr/>
          </p:nvSpPr>
          <p:spPr>
            <a:xfrm rot="1078789">
              <a:off x="5289585" y="2693060"/>
              <a:ext cx="384194" cy="5237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2800" b="1" dirty="0">
                  <a:solidFill>
                    <a:schemeClr val="accent3">
                      <a:lumMod val="50000"/>
                    </a:schemeClr>
                  </a:solidFill>
                  <a:latin typeface="Georgia" panose="02040502050405020303" pitchFamily="18" charset="0"/>
                </a:rPr>
                <a:t>7</a:t>
              </a:r>
            </a:p>
          </p:txBody>
        </p:sp>
      </p:grpSp>
      <p:sp>
        <p:nvSpPr>
          <p:cNvPr id="38" name="Объект 2">
            <a:extLst>
              <a:ext uri="{FF2B5EF4-FFF2-40B4-BE49-F238E27FC236}">
                <a16:creationId xmlns:a16="http://schemas.microsoft.com/office/drawing/2014/main" id="{400B7809-CF86-4BB8-9E27-00C3BE43D538}"/>
              </a:ext>
            </a:extLst>
          </p:cNvPr>
          <p:cNvSpPr txBox="1">
            <a:spLocks/>
          </p:cNvSpPr>
          <p:nvPr/>
        </p:nvSpPr>
        <p:spPr>
          <a:xfrm>
            <a:off x="2063750" y="5878514"/>
            <a:ext cx="6103938" cy="71913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spcBef>
                <a:spcPts val="0"/>
              </a:spcBef>
              <a:buNone/>
              <a:defRPr/>
            </a:pPr>
            <a:r>
              <a:rPr lang="ru-RU" sz="2400" dirty="0">
                <a:latin typeface="Georgia" panose="02040502050405020303" pitchFamily="18" charset="0"/>
              </a:rPr>
              <a:t>Протяженность газопровода –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21 км</a:t>
            </a:r>
            <a:r>
              <a:rPr lang="ru-RU" sz="2400" dirty="0">
                <a:latin typeface="Georgia" panose="02040502050405020303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Line 2">
            <a:extLst>
              <a:ext uri="{FF2B5EF4-FFF2-40B4-BE49-F238E27FC236}">
                <a16:creationId xmlns:a16="http://schemas.microsoft.com/office/drawing/2014/main" id="{2D8D6360-9FE8-4594-AD5F-0DC7BFDD7B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8663" y="1773239"/>
            <a:ext cx="2087562" cy="302418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6947" name="Line 3">
            <a:extLst>
              <a:ext uri="{FF2B5EF4-FFF2-40B4-BE49-F238E27FC236}">
                <a16:creationId xmlns:a16="http://schemas.microsoft.com/office/drawing/2014/main" id="{F14909F6-7671-42A0-8A8C-48DF7190275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43475" y="3141663"/>
            <a:ext cx="865188" cy="16557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6948" name="Line 4">
            <a:extLst>
              <a:ext uri="{FF2B5EF4-FFF2-40B4-BE49-F238E27FC236}">
                <a16:creationId xmlns:a16="http://schemas.microsoft.com/office/drawing/2014/main" id="{1C7B5113-5EA3-4200-B5CE-F3A3A9A602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3476" y="1773238"/>
            <a:ext cx="938213" cy="14398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6949" name="Line 5">
            <a:extLst>
              <a:ext uri="{FF2B5EF4-FFF2-40B4-BE49-F238E27FC236}">
                <a16:creationId xmlns:a16="http://schemas.microsoft.com/office/drawing/2014/main" id="{F6E3A3B8-789B-4A45-8A1E-BE4D6446CF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3213101"/>
            <a:ext cx="935037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6950" name="Line 6">
            <a:extLst>
              <a:ext uri="{FF2B5EF4-FFF2-40B4-BE49-F238E27FC236}">
                <a16:creationId xmlns:a16="http://schemas.microsoft.com/office/drawing/2014/main" id="{05196985-38A5-4ADB-91FE-F3E6E423D5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1773239"/>
            <a:ext cx="71437" cy="30956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6951" name="Line 7">
            <a:extLst>
              <a:ext uri="{FF2B5EF4-FFF2-40B4-BE49-F238E27FC236}">
                <a16:creationId xmlns:a16="http://schemas.microsoft.com/office/drawing/2014/main" id="{410F9611-F1D6-47FB-8C30-28B0C6F5EBD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95550" y="3284539"/>
            <a:ext cx="1512888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6952" name="Line 8">
            <a:extLst>
              <a:ext uri="{FF2B5EF4-FFF2-40B4-BE49-F238E27FC236}">
                <a16:creationId xmlns:a16="http://schemas.microsoft.com/office/drawing/2014/main" id="{9A6852FD-0DB8-402B-A51A-2A5E185648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96226" y="3141664"/>
            <a:ext cx="1223963" cy="158273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6953" name="Line 9">
            <a:extLst>
              <a:ext uri="{FF2B5EF4-FFF2-40B4-BE49-F238E27FC236}">
                <a16:creationId xmlns:a16="http://schemas.microsoft.com/office/drawing/2014/main" id="{E5D71178-D69A-49E6-AE1B-0830AF9FCC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1539" y="4724400"/>
            <a:ext cx="1944687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6954" name="Rectangle 10">
            <a:extLst>
              <a:ext uri="{FF2B5EF4-FFF2-40B4-BE49-F238E27FC236}">
                <a16:creationId xmlns:a16="http://schemas.microsoft.com/office/drawing/2014/main" id="{10587B6D-49E1-448F-8CB6-1E0A5DB36AF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782889" y="0"/>
            <a:ext cx="7439025" cy="1143000"/>
          </a:xfrm>
        </p:spPr>
        <p:txBody>
          <a:bodyPr/>
          <a:lstStyle/>
          <a:p>
            <a:pPr algn="l"/>
            <a:r>
              <a:rPr lang="ru-RU" altLang="ru-RU"/>
              <a:t>Алгоритм Прима шаг 0 </a:t>
            </a:r>
          </a:p>
        </p:txBody>
      </p:sp>
      <p:sp>
        <p:nvSpPr>
          <p:cNvPr id="466955" name="Rectangle 11">
            <a:extLst>
              <a:ext uri="{FF2B5EF4-FFF2-40B4-BE49-F238E27FC236}">
                <a16:creationId xmlns:a16="http://schemas.microsoft.com/office/drawing/2014/main" id="{C60A4F83-FC65-452D-97AE-6DF6073C19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27350" y="5805489"/>
            <a:ext cx="6624638" cy="5365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b="1"/>
              <a:t>Суммарная длина дерева = 0</a:t>
            </a:r>
          </a:p>
        </p:txBody>
      </p:sp>
      <p:sp>
        <p:nvSpPr>
          <p:cNvPr id="466956" name="Line 12">
            <a:extLst>
              <a:ext uri="{FF2B5EF4-FFF2-40B4-BE49-F238E27FC236}">
                <a16:creationId xmlns:a16="http://schemas.microsoft.com/office/drawing/2014/main" id="{067690CA-90C1-4E0D-9025-5FC038C78E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24788" y="1773239"/>
            <a:ext cx="0" cy="302418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6957" name="Line 13">
            <a:extLst>
              <a:ext uri="{FF2B5EF4-FFF2-40B4-BE49-F238E27FC236}">
                <a16:creationId xmlns:a16="http://schemas.microsoft.com/office/drawing/2014/main" id="{04647079-7461-40CA-9D43-6BEFDBF832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3964" y="4741863"/>
            <a:ext cx="2160587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6958" name="Line 14">
            <a:extLst>
              <a:ext uri="{FF2B5EF4-FFF2-40B4-BE49-F238E27FC236}">
                <a16:creationId xmlns:a16="http://schemas.microsoft.com/office/drawing/2014/main" id="{8F366159-4189-4539-9F46-C1F4CBDCC6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876" y="1773238"/>
            <a:ext cx="1800225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6959" name="Line 15">
            <a:extLst>
              <a:ext uri="{FF2B5EF4-FFF2-40B4-BE49-F238E27FC236}">
                <a16:creationId xmlns:a16="http://schemas.microsoft.com/office/drawing/2014/main" id="{05E4A709-6E94-4B16-8996-F8C8CC2B3E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6988" y="1773238"/>
            <a:ext cx="1441450" cy="151130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6960" name="Oval 16">
            <a:extLst>
              <a:ext uri="{FF2B5EF4-FFF2-40B4-BE49-F238E27FC236}">
                <a16:creationId xmlns:a16="http://schemas.microsoft.com/office/drawing/2014/main" id="{CFD527A1-C173-447D-87A1-E18414371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4" y="2909889"/>
            <a:ext cx="720725" cy="769937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6961" name="Text Box 17">
            <a:extLst>
              <a:ext uri="{FF2B5EF4-FFF2-40B4-BE49-F238E27FC236}">
                <a16:creationId xmlns:a16="http://schemas.microsoft.com/office/drawing/2014/main" id="{AE938795-6ECC-4740-BE7B-423370C4B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A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6962" name="Oval 18">
            <a:extLst>
              <a:ext uri="{FF2B5EF4-FFF2-40B4-BE49-F238E27FC236}">
                <a16:creationId xmlns:a16="http://schemas.microsoft.com/office/drawing/2014/main" id="{8D9C4202-4464-4D53-81EA-DB6C1F465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489" y="4365625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6963" name="Text Box 19">
            <a:extLst>
              <a:ext uri="{FF2B5EF4-FFF2-40B4-BE49-F238E27FC236}">
                <a16:creationId xmlns:a16="http://schemas.microsoft.com/office/drawing/2014/main" id="{4B0A90F5-546A-4B2E-B239-97F0A8542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76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H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6964" name="Oval 20">
            <a:extLst>
              <a:ext uri="{FF2B5EF4-FFF2-40B4-BE49-F238E27FC236}">
                <a16:creationId xmlns:a16="http://schemas.microsoft.com/office/drawing/2014/main" id="{9006541A-7D7F-4E9D-91CA-75DB587DB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4" y="4365625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6965" name="Text Box 21">
            <a:extLst>
              <a:ext uri="{FF2B5EF4-FFF2-40B4-BE49-F238E27FC236}">
                <a16:creationId xmlns:a16="http://schemas.microsoft.com/office/drawing/2014/main" id="{CAB0E63B-AD77-444C-BBC2-73F631783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G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6966" name="Oval 22">
            <a:extLst>
              <a:ext uri="{FF2B5EF4-FFF2-40B4-BE49-F238E27FC236}">
                <a16:creationId xmlns:a16="http://schemas.microsoft.com/office/drawing/2014/main" id="{26415ECC-4232-46FC-88E0-FFABD9399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4" y="27813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6967" name="Text Box 23">
            <a:extLst>
              <a:ext uri="{FF2B5EF4-FFF2-40B4-BE49-F238E27FC236}">
                <a16:creationId xmlns:a16="http://schemas.microsoft.com/office/drawing/2014/main" id="{95B2C1ED-C7E9-48E9-9CE3-4E0DAF97B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2868614"/>
            <a:ext cx="619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I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6968" name="Line 24">
            <a:extLst>
              <a:ext uri="{FF2B5EF4-FFF2-40B4-BE49-F238E27FC236}">
                <a16:creationId xmlns:a16="http://schemas.microsoft.com/office/drawing/2014/main" id="{1A857F80-B92D-4AC6-96F6-FA6A61DBB8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8664" y="1773238"/>
            <a:ext cx="2016125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6969" name="Line 25">
            <a:extLst>
              <a:ext uri="{FF2B5EF4-FFF2-40B4-BE49-F238E27FC236}">
                <a16:creationId xmlns:a16="http://schemas.microsoft.com/office/drawing/2014/main" id="{A5560C7E-A765-4643-85D2-09B767227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1764" y="1773238"/>
            <a:ext cx="1368425" cy="14398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6970" name="Oval 26">
            <a:extLst>
              <a:ext uri="{FF2B5EF4-FFF2-40B4-BE49-F238E27FC236}">
                <a16:creationId xmlns:a16="http://schemas.microsoft.com/office/drawing/2014/main" id="{06A520AD-6590-40A8-BA8D-7559B46DC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1" y="1381125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6971" name="Text Box 27">
            <a:extLst>
              <a:ext uri="{FF2B5EF4-FFF2-40B4-BE49-F238E27FC236}">
                <a16:creationId xmlns:a16="http://schemas.microsoft.com/office/drawing/2014/main" id="{51462536-3E49-44EA-A74B-D1877140F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9" y="14684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B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6972" name="Oval 28">
            <a:extLst>
              <a:ext uri="{FF2B5EF4-FFF2-40B4-BE49-F238E27FC236}">
                <a16:creationId xmlns:a16="http://schemas.microsoft.com/office/drawing/2014/main" id="{5E8B48E6-28E3-4F99-A08C-FC6541FAE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1" y="434975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6973" name="Text Box 29">
            <a:extLst>
              <a:ext uri="{FF2B5EF4-FFF2-40B4-BE49-F238E27FC236}">
                <a16:creationId xmlns:a16="http://schemas.microsoft.com/office/drawing/2014/main" id="{1DDF7739-4BD5-44D1-A158-F11EB3292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443706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F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6974" name="Oval 30">
            <a:extLst>
              <a:ext uri="{FF2B5EF4-FFF2-40B4-BE49-F238E27FC236}">
                <a16:creationId xmlns:a16="http://schemas.microsoft.com/office/drawing/2014/main" id="{86E9D65B-D4FB-4B30-90E6-46D9C3B0B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289" y="13970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6975" name="Text Box 31">
            <a:extLst>
              <a:ext uri="{FF2B5EF4-FFF2-40B4-BE49-F238E27FC236}">
                <a16:creationId xmlns:a16="http://schemas.microsoft.com/office/drawing/2014/main" id="{4ACC1858-FB0B-44B8-81C2-E3538FD7D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6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C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6976" name="Oval 32">
            <a:extLst>
              <a:ext uri="{FF2B5EF4-FFF2-40B4-BE49-F238E27FC236}">
                <a16:creationId xmlns:a16="http://schemas.microsoft.com/office/drawing/2014/main" id="{66E9A0DE-47DD-4E7C-A563-2C38313D7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976" y="13970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6977" name="Text Box 33">
            <a:extLst>
              <a:ext uri="{FF2B5EF4-FFF2-40B4-BE49-F238E27FC236}">
                <a16:creationId xmlns:a16="http://schemas.microsoft.com/office/drawing/2014/main" id="{D6385CBD-AF4F-42F1-98FF-5DF9A22E3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4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D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6978" name="Oval 34">
            <a:extLst>
              <a:ext uri="{FF2B5EF4-FFF2-40B4-BE49-F238E27FC236}">
                <a16:creationId xmlns:a16="http://schemas.microsoft.com/office/drawing/2014/main" id="{364EBB91-978A-4BAC-9D87-F9502834F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389" y="27813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6979" name="Text Box 35">
            <a:extLst>
              <a:ext uri="{FF2B5EF4-FFF2-40B4-BE49-F238E27FC236}">
                <a16:creationId xmlns:a16="http://schemas.microsoft.com/office/drawing/2014/main" id="{BD8B3E9D-71A8-41A7-8E1D-848368532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276" y="28686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E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6980" name="Text Box 36">
            <a:extLst>
              <a:ext uri="{FF2B5EF4-FFF2-40B4-BE49-F238E27FC236}">
                <a16:creationId xmlns:a16="http://schemas.microsoft.com/office/drawing/2014/main" id="{DA37E0D9-87CB-4E63-8043-5059709B9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2060575"/>
            <a:ext cx="5032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6981" name="Text Box 37">
            <a:extLst>
              <a:ext uri="{FF2B5EF4-FFF2-40B4-BE49-F238E27FC236}">
                <a16:creationId xmlns:a16="http://schemas.microsoft.com/office/drawing/2014/main" id="{E198DABF-CB95-4666-8249-817007438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3933825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6982" name="Text Box 38">
            <a:extLst>
              <a:ext uri="{FF2B5EF4-FFF2-40B4-BE49-F238E27FC236}">
                <a16:creationId xmlns:a16="http://schemas.microsoft.com/office/drawing/2014/main" id="{DD494EAB-755B-4A39-9731-E9E3308C2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6983" name="Text Box 39">
            <a:extLst>
              <a:ext uri="{FF2B5EF4-FFF2-40B4-BE49-F238E27FC236}">
                <a16:creationId xmlns:a16="http://schemas.microsoft.com/office/drawing/2014/main" id="{852F198F-AAE6-44B5-A3F8-95937E443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19891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6984" name="Text Box 40">
            <a:extLst>
              <a:ext uri="{FF2B5EF4-FFF2-40B4-BE49-F238E27FC236}">
                <a16:creationId xmlns:a16="http://schemas.microsoft.com/office/drawing/2014/main" id="{ABCD787A-9BAD-4A86-B541-3A1A483AD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4" y="335756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6985" name="Text Box 41">
            <a:extLst>
              <a:ext uri="{FF2B5EF4-FFF2-40B4-BE49-F238E27FC236}">
                <a16:creationId xmlns:a16="http://schemas.microsoft.com/office/drawing/2014/main" id="{7FD2381B-F3EA-4394-8B1F-416BCF2E2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4724400"/>
            <a:ext cx="5762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6986" name="Text Box 42">
            <a:extLst>
              <a:ext uri="{FF2B5EF4-FFF2-40B4-BE49-F238E27FC236}">
                <a16:creationId xmlns:a16="http://schemas.microsoft.com/office/drawing/2014/main" id="{A79BC0F5-8853-4C77-B682-89F43CE6A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3573464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6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6987" name="Text Box 43">
            <a:extLst>
              <a:ext uri="{FF2B5EF4-FFF2-40B4-BE49-F238E27FC236}">
                <a16:creationId xmlns:a16="http://schemas.microsoft.com/office/drawing/2014/main" id="{97C9A396-A739-4E87-B58F-6F73037A8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4724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6988" name="Text Box 44">
            <a:extLst>
              <a:ext uri="{FF2B5EF4-FFF2-40B4-BE49-F238E27FC236}">
                <a16:creationId xmlns:a16="http://schemas.microsoft.com/office/drawing/2014/main" id="{C2B6084E-9B0B-47B3-9732-B2CB7A468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2565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6989" name="Text Box 45">
            <a:extLst>
              <a:ext uri="{FF2B5EF4-FFF2-40B4-BE49-F238E27FC236}">
                <a16:creationId xmlns:a16="http://schemas.microsoft.com/office/drawing/2014/main" id="{643BFA46-56E7-4626-893E-5E6A511D7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6990" name="Text Box 46">
            <a:extLst>
              <a:ext uri="{FF2B5EF4-FFF2-40B4-BE49-F238E27FC236}">
                <a16:creationId xmlns:a16="http://schemas.microsoft.com/office/drawing/2014/main" id="{BFD286C2-EBF0-4CFB-B428-4BC052DEB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6991" name="Text Box 47">
            <a:extLst>
              <a:ext uri="{FF2B5EF4-FFF2-40B4-BE49-F238E27FC236}">
                <a16:creationId xmlns:a16="http://schemas.microsoft.com/office/drawing/2014/main" id="{1BACB89B-75AF-4767-867B-E755B86E5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191611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9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6992" name="Text Box 48">
            <a:extLst>
              <a:ext uri="{FF2B5EF4-FFF2-40B4-BE49-F238E27FC236}">
                <a16:creationId xmlns:a16="http://schemas.microsoft.com/office/drawing/2014/main" id="{1E7CFFA1-1A3E-48F9-9B7E-A49C1D03D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788" y="2852739"/>
            <a:ext cx="7921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6993" name="Text Box 49">
            <a:extLst>
              <a:ext uri="{FF2B5EF4-FFF2-40B4-BE49-F238E27FC236}">
                <a16:creationId xmlns:a16="http://schemas.microsoft.com/office/drawing/2014/main" id="{7AD70152-5C7C-4D20-BAA1-B985D6A6D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3933825"/>
            <a:ext cx="719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10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Line 2">
            <a:extLst>
              <a:ext uri="{FF2B5EF4-FFF2-40B4-BE49-F238E27FC236}">
                <a16:creationId xmlns:a16="http://schemas.microsoft.com/office/drawing/2014/main" id="{2D1CD029-7DC0-4246-8B08-55E9272B00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8663" y="1773239"/>
            <a:ext cx="2087562" cy="302418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7971" name="Line 3">
            <a:extLst>
              <a:ext uri="{FF2B5EF4-FFF2-40B4-BE49-F238E27FC236}">
                <a16:creationId xmlns:a16="http://schemas.microsoft.com/office/drawing/2014/main" id="{2A703001-66E9-452E-BDE7-EEF1DF61677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43475" y="3141663"/>
            <a:ext cx="865188" cy="16557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7972" name="Line 4">
            <a:extLst>
              <a:ext uri="{FF2B5EF4-FFF2-40B4-BE49-F238E27FC236}">
                <a16:creationId xmlns:a16="http://schemas.microsoft.com/office/drawing/2014/main" id="{9255A0FF-3D3E-4AE0-8E4C-C353C758EE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3476" y="1773238"/>
            <a:ext cx="938213" cy="14398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7973" name="Line 5">
            <a:extLst>
              <a:ext uri="{FF2B5EF4-FFF2-40B4-BE49-F238E27FC236}">
                <a16:creationId xmlns:a16="http://schemas.microsoft.com/office/drawing/2014/main" id="{B4B28DE3-89EB-42C7-8854-77D0CC9BCB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3213101"/>
            <a:ext cx="935037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7974" name="Line 6">
            <a:extLst>
              <a:ext uri="{FF2B5EF4-FFF2-40B4-BE49-F238E27FC236}">
                <a16:creationId xmlns:a16="http://schemas.microsoft.com/office/drawing/2014/main" id="{CC102AA8-8DB1-4616-8D93-5C05C08A53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1773239"/>
            <a:ext cx="71437" cy="30956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7975" name="Line 7">
            <a:extLst>
              <a:ext uri="{FF2B5EF4-FFF2-40B4-BE49-F238E27FC236}">
                <a16:creationId xmlns:a16="http://schemas.microsoft.com/office/drawing/2014/main" id="{B1845A08-8640-45FC-928E-BB3357824BE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95550" y="3284539"/>
            <a:ext cx="1512888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7976" name="Line 8">
            <a:extLst>
              <a:ext uri="{FF2B5EF4-FFF2-40B4-BE49-F238E27FC236}">
                <a16:creationId xmlns:a16="http://schemas.microsoft.com/office/drawing/2014/main" id="{23710294-8336-42F2-95DD-A82521B645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96226" y="3141664"/>
            <a:ext cx="1223963" cy="158273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7977" name="Line 9">
            <a:extLst>
              <a:ext uri="{FF2B5EF4-FFF2-40B4-BE49-F238E27FC236}">
                <a16:creationId xmlns:a16="http://schemas.microsoft.com/office/drawing/2014/main" id="{7EFCD5F5-6EE0-4F68-BDF1-9416BE7C0F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1539" y="4724400"/>
            <a:ext cx="1944687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7978" name="Rectangle 10">
            <a:extLst>
              <a:ext uri="{FF2B5EF4-FFF2-40B4-BE49-F238E27FC236}">
                <a16:creationId xmlns:a16="http://schemas.microsoft.com/office/drawing/2014/main" id="{DF9AF857-3E08-4A1D-BD3C-346DC0CE371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782889" y="0"/>
            <a:ext cx="7439025" cy="1143000"/>
          </a:xfrm>
        </p:spPr>
        <p:txBody>
          <a:bodyPr/>
          <a:lstStyle/>
          <a:p>
            <a:pPr algn="l"/>
            <a:r>
              <a:rPr lang="ru-RU" altLang="ru-RU"/>
              <a:t>Алгоритм Прима шаг 1 </a:t>
            </a:r>
          </a:p>
        </p:txBody>
      </p:sp>
      <p:sp>
        <p:nvSpPr>
          <p:cNvPr id="467979" name="Rectangle 11">
            <a:extLst>
              <a:ext uri="{FF2B5EF4-FFF2-40B4-BE49-F238E27FC236}">
                <a16:creationId xmlns:a16="http://schemas.microsoft.com/office/drawing/2014/main" id="{016EA651-80C2-49F0-90C0-648444890C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27350" y="5805489"/>
            <a:ext cx="6624638" cy="5365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b="1"/>
              <a:t>Суммарная длина дерева = 0</a:t>
            </a:r>
          </a:p>
        </p:txBody>
      </p:sp>
      <p:sp>
        <p:nvSpPr>
          <p:cNvPr id="467980" name="Line 12">
            <a:extLst>
              <a:ext uri="{FF2B5EF4-FFF2-40B4-BE49-F238E27FC236}">
                <a16:creationId xmlns:a16="http://schemas.microsoft.com/office/drawing/2014/main" id="{36ED1185-6DDC-421F-9FA7-4914250CFF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24788" y="1773239"/>
            <a:ext cx="0" cy="302418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7981" name="Line 13">
            <a:extLst>
              <a:ext uri="{FF2B5EF4-FFF2-40B4-BE49-F238E27FC236}">
                <a16:creationId xmlns:a16="http://schemas.microsoft.com/office/drawing/2014/main" id="{F7D3B10C-E6CF-423C-960D-BDB29ED01E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3964" y="4741863"/>
            <a:ext cx="2160587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7982" name="Line 14">
            <a:extLst>
              <a:ext uri="{FF2B5EF4-FFF2-40B4-BE49-F238E27FC236}">
                <a16:creationId xmlns:a16="http://schemas.microsoft.com/office/drawing/2014/main" id="{CD009E4D-BD62-4D15-93CC-01FEB734BD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876" y="1773238"/>
            <a:ext cx="1800225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7983" name="Line 15">
            <a:extLst>
              <a:ext uri="{FF2B5EF4-FFF2-40B4-BE49-F238E27FC236}">
                <a16:creationId xmlns:a16="http://schemas.microsoft.com/office/drawing/2014/main" id="{D99F4A24-D1BE-4594-8BA2-8DAF072C57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6988" y="1773238"/>
            <a:ext cx="1441450" cy="151130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7984" name="Oval 16">
            <a:extLst>
              <a:ext uri="{FF2B5EF4-FFF2-40B4-BE49-F238E27FC236}">
                <a16:creationId xmlns:a16="http://schemas.microsoft.com/office/drawing/2014/main" id="{1430D8FC-C8EE-4E18-8893-1AAFEC632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4" y="2909889"/>
            <a:ext cx="720725" cy="769937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7985" name="Text Box 17">
            <a:extLst>
              <a:ext uri="{FF2B5EF4-FFF2-40B4-BE49-F238E27FC236}">
                <a16:creationId xmlns:a16="http://schemas.microsoft.com/office/drawing/2014/main" id="{F7FF7E6E-6A91-44C2-84DE-937EB43FA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A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7986" name="Oval 18">
            <a:extLst>
              <a:ext uri="{FF2B5EF4-FFF2-40B4-BE49-F238E27FC236}">
                <a16:creationId xmlns:a16="http://schemas.microsoft.com/office/drawing/2014/main" id="{7E257F4A-F485-40F0-9BD7-64D248DFD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489" y="4365625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7987" name="Text Box 19">
            <a:extLst>
              <a:ext uri="{FF2B5EF4-FFF2-40B4-BE49-F238E27FC236}">
                <a16:creationId xmlns:a16="http://schemas.microsoft.com/office/drawing/2014/main" id="{56DFBB49-E561-417A-934D-0146A59C0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76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H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7988" name="Oval 20">
            <a:extLst>
              <a:ext uri="{FF2B5EF4-FFF2-40B4-BE49-F238E27FC236}">
                <a16:creationId xmlns:a16="http://schemas.microsoft.com/office/drawing/2014/main" id="{40F587AC-F936-404D-B6DB-EBAE02B83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4" y="4365625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7989" name="Text Box 21">
            <a:extLst>
              <a:ext uri="{FF2B5EF4-FFF2-40B4-BE49-F238E27FC236}">
                <a16:creationId xmlns:a16="http://schemas.microsoft.com/office/drawing/2014/main" id="{DFA967DA-60C7-45E9-AF57-D02882F28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G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7990" name="Oval 22">
            <a:extLst>
              <a:ext uri="{FF2B5EF4-FFF2-40B4-BE49-F238E27FC236}">
                <a16:creationId xmlns:a16="http://schemas.microsoft.com/office/drawing/2014/main" id="{1E933CFA-E011-4C6D-B59F-830897A52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4" y="27813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7991" name="Text Box 23">
            <a:extLst>
              <a:ext uri="{FF2B5EF4-FFF2-40B4-BE49-F238E27FC236}">
                <a16:creationId xmlns:a16="http://schemas.microsoft.com/office/drawing/2014/main" id="{9867A38B-CBCB-4A79-ABB1-4B3296647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2868614"/>
            <a:ext cx="619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I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7992" name="Line 24">
            <a:extLst>
              <a:ext uri="{FF2B5EF4-FFF2-40B4-BE49-F238E27FC236}">
                <a16:creationId xmlns:a16="http://schemas.microsoft.com/office/drawing/2014/main" id="{691E8647-F315-4F55-B974-39260C22FC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8664" y="1773238"/>
            <a:ext cx="2016125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7993" name="Line 25">
            <a:extLst>
              <a:ext uri="{FF2B5EF4-FFF2-40B4-BE49-F238E27FC236}">
                <a16:creationId xmlns:a16="http://schemas.microsoft.com/office/drawing/2014/main" id="{D3BE5F65-7F06-4DC7-ABBD-86EBBD52D27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1764" y="1773238"/>
            <a:ext cx="1368425" cy="14398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7994" name="Oval 26">
            <a:extLst>
              <a:ext uri="{FF2B5EF4-FFF2-40B4-BE49-F238E27FC236}">
                <a16:creationId xmlns:a16="http://schemas.microsoft.com/office/drawing/2014/main" id="{DDF475FA-DE4C-436F-B1F1-DDCB7B7D9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1" y="1381125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7995" name="Text Box 27">
            <a:extLst>
              <a:ext uri="{FF2B5EF4-FFF2-40B4-BE49-F238E27FC236}">
                <a16:creationId xmlns:a16="http://schemas.microsoft.com/office/drawing/2014/main" id="{429FB46C-F563-47C2-83A8-507E380A3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9" y="14684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B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7996" name="Oval 28">
            <a:extLst>
              <a:ext uri="{FF2B5EF4-FFF2-40B4-BE49-F238E27FC236}">
                <a16:creationId xmlns:a16="http://schemas.microsoft.com/office/drawing/2014/main" id="{8F06B240-4EF1-43DD-B62E-01B6D30E0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1" y="434975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7997" name="Text Box 29">
            <a:extLst>
              <a:ext uri="{FF2B5EF4-FFF2-40B4-BE49-F238E27FC236}">
                <a16:creationId xmlns:a16="http://schemas.microsoft.com/office/drawing/2014/main" id="{27E29EA9-6BD8-4BE2-BCB9-EEF4AEDA3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443706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F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7998" name="Oval 30">
            <a:extLst>
              <a:ext uri="{FF2B5EF4-FFF2-40B4-BE49-F238E27FC236}">
                <a16:creationId xmlns:a16="http://schemas.microsoft.com/office/drawing/2014/main" id="{A13DC115-116D-4AD7-8EBD-F5E1CDAA0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289" y="13970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7999" name="Text Box 31">
            <a:extLst>
              <a:ext uri="{FF2B5EF4-FFF2-40B4-BE49-F238E27FC236}">
                <a16:creationId xmlns:a16="http://schemas.microsoft.com/office/drawing/2014/main" id="{E81861EF-5926-4AC2-BE85-C6B78FEB0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6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C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8000" name="Oval 32">
            <a:extLst>
              <a:ext uri="{FF2B5EF4-FFF2-40B4-BE49-F238E27FC236}">
                <a16:creationId xmlns:a16="http://schemas.microsoft.com/office/drawing/2014/main" id="{ACD8436D-7809-4E3A-B64E-6663A7D91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976" y="13970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8001" name="Text Box 33">
            <a:extLst>
              <a:ext uri="{FF2B5EF4-FFF2-40B4-BE49-F238E27FC236}">
                <a16:creationId xmlns:a16="http://schemas.microsoft.com/office/drawing/2014/main" id="{E85008B1-460F-44F6-8B28-490A908B6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4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D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8002" name="Oval 34">
            <a:extLst>
              <a:ext uri="{FF2B5EF4-FFF2-40B4-BE49-F238E27FC236}">
                <a16:creationId xmlns:a16="http://schemas.microsoft.com/office/drawing/2014/main" id="{05F0CF2C-33EE-4B7B-995C-E70FB7212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389" y="27813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8003" name="Text Box 35">
            <a:extLst>
              <a:ext uri="{FF2B5EF4-FFF2-40B4-BE49-F238E27FC236}">
                <a16:creationId xmlns:a16="http://schemas.microsoft.com/office/drawing/2014/main" id="{2119124D-6D26-41DC-BF06-1C116D5B7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276" y="28686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E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8004" name="Text Box 36">
            <a:extLst>
              <a:ext uri="{FF2B5EF4-FFF2-40B4-BE49-F238E27FC236}">
                <a16:creationId xmlns:a16="http://schemas.microsoft.com/office/drawing/2014/main" id="{7B77D085-BC31-4140-9981-82625336C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2060575"/>
            <a:ext cx="5032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8005" name="Text Box 37">
            <a:extLst>
              <a:ext uri="{FF2B5EF4-FFF2-40B4-BE49-F238E27FC236}">
                <a16:creationId xmlns:a16="http://schemas.microsoft.com/office/drawing/2014/main" id="{7E67B2BA-562E-4BF2-BA88-267B25FF1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3933825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8006" name="Text Box 38">
            <a:extLst>
              <a:ext uri="{FF2B5EF4-FFF2-40B4-BE49-F238E27FC236}">
                <a16:creationId xmlns:a16="http://schemas.microsoft.com/office/drawing/2014/main" id="{AC125C9C-ABF2-4DAA-8561-2E4AFB53F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8007" name="Text Box 39">
            <a:extLst>
              <a:ext uri="{FF2B5EF4-FFF2-40B4-BE49-F238E27FC236}">
                <a16:creationId xmlns:a16="http://schemas.microsoft.com/office/drawing/2014/main" id="{1B7AA895-64F1-4852-BC51-1A52528F0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19891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8008" name="Text Box 40">
            <a:extLst>
              <a:ext uri="{FF2B5EF4-FFF2-40B4-BE49-F238E27FC236}">
                <a16:creationId xmlns:a16="http://schemas.microsoft.com/office/drawing/2014/main" id="{AE771A49-4B91-4461-BAB9-B49F124CF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4" y="335756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8009" name="Text Box 41">
            <a:extLst>
              <a:ext uri="{FF2B5EF4-FFF2-40B4-BE49-F238E27FC236}">
                <a16:creationId xmlns:a16="http://schemas.microsoft.com/office/drawing/2014/main" id="{7536B78C-A76E-4BAE-85C1-5BA8C3D6B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4724400"/>
            <a:ext cx="5762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8010" name="Text Box 42">
            <a:extLst>
              <a:ext uri="{FF2B5EF4-FFF2-40B4-BE49-F238E27FC236}">
                <a16:creationId xmlns:a16="http://schemas.microsoft.com/office/drawing/2014/main" id="{4B8835BB-3C86-4995-A62F-0173EE59D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3573464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6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8011" name="Text Box 43">
            <a:extLst>
              <a:ext uri="{FF2B5EF4-FFF2-40B4-BE49-F238E27FC236}">
                <a16:creationId xmlns:a16="http://schemas.microsoft.com/office/drawing/2014/main" id="{A6FF905D-A29B-47AA-92D4-20C46751A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4724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8012" name="Text Box 44">
            <a:extLst>
              <a:ext uri="{FF2B5EF4-FFF2-40B4-BE49-F238E27FC236}">
                <a16:creationId xmlns:a16="http://schemas.microsoft.com/office/drawing/2014/main" id="{BCAF4DFA-9594-4107-9BBA-3EF4BD446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2565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8013" name="Text Box 45">
            <a:extLst>
              <a:ext uri="{FF2B5EF4-FFF2-40B4-BE49-F238E27FC236}">
                <a16:creationId xmlns:a16="http://schemas.microsoft.com/office/drawing/2014/main" id="{73A0D32E-FEED-4569-BAC3-CE523FB3C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8014" name="Text Box 46">
            <a:extLst>
              <a:ext uri="{FF2B5EF4-FFF2-40B4-BE49-F238E27FC236}">
                <a16:creationId xmlns:a16="http://schemas.microsoft.com/office/drawing/2014/main" id="{8B075FAE-F5D2-49DB-87F1-B7107FDBA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8015" name="Text Box 47">
            <a:extLst>
              <a:ext uri="{FF2B5EF4-FFF2-40B4-BE49-F238E27FC236}">
                <a16:creationId xmlns:a16="http://schemas.microsoft.com/office/drawing/2014/main" id="{0C97657A-D976-4367-8776-0249BCBBE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191611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9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8016" name="Text Box 48">
            <a:extLst>
              <a:ext uri="{FF2B5EF4-FFF2-40B4-BE49-F238E27FC236}">
                <a16:creationId xmlns:a16="http://schemas.microsoft.com/office/drawing/2014/main" id="{8ADDA479-38A0-40B5-9208-F744B0E9E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788" y="2852739"/>
            <a:ext cx="7921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8017" name="Text Box 49">
            <a:extLst>
              <a:ext uri="{FF2B5EF4-FFF2-40B4-BE49-F238E27FC236}">
                <a16:creationId xmlns:a16="http://schemas.microsoft.com/office/drawing/2014/main" id="{079C0F61-DB3B-41F9-A62D-7133801D7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3933825"/>
            <a:ext cx="719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10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8019" name="Freeform 51">
            <a:extLst>
              <a:ext uri="{FF2B5EF4-FFF2-40B4-BE49-F238E27FC236}">
                <a16:creationId xmlns:a16="http://schemas.microsoft.com/office/drawing/2014/main" id="{A8A9336F-C890-43A7-A335-CA14DAF2E32E}"/>
              </a:ext>
            </a:extLst>
          </p:cNvPr>
          <p:cNvSpPr>
            <a:spLocks/>
          </p:cNvSpPr>
          <p:nvPr/>
        </p:nvSpPr>
        <p:spPr bwMode="auto">
          <a:xfrm>
            <a:off x="2424114" y="2349500"/>
            <a:ext cx="815975" cy="1943100"/>
          </a:xfrm>
          <a:custGeom>
            <a:avLst/>
            <a:gdLst>
              <a:gd name="T0" fmla="*/ 45 w 514"/>
              <a:gd name="T1" fmla="*/ 0 h 1224"/>
              <a:gd name="T2" fmla="*/ 453 w 514"/>
              <a:gd name="T3" fmla="*/ 453 h 1224"/>
              <a:gd name="T4" fmla="*/ 408 w 514"/>
              <a:gd name="T5" fmla="*/ 861 h 1224"/>
              <a:gd name="T6" fmla="*/ 0 w 514"/>
              <a:gd name="T7" fmla="*/ 1224 h 1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14" h="1224">
                <a:moveTo>
                  <a:pt x="45" y="0"/>
                </a:moveTo>
                <a:cubicBezTo>
                  <a:pt x="218" y="154"/>
                  <a:pt x="392" y="309"/>
                  <a:pt x="453" y="453"/>
                </a:cubicBezTo>
                <a:cubicBezTo>
                  <a:pt x="514" y="597"/>
                  <a:pt x="483" y="733"/>
                  <a:pt x="408" y="861"/>
                </a:cubicBezTo>
                <a:cubicBezTo>
                  <a:pt x="333" y="989"/>
                  <a:pt x="68" y="1164"/>
                  <a:pt x="0" y="122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468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Line 2">
            <a:extLst>
              <a:ext uri="{FF2B5EF4-FFF2-40B4-BE49-F238E27FC236}">
                <a16:creationId xmlns:a16="http://schemas.microsoft.com/office/drawing/2014/main" id="{E20B1FBC-A1A7-4754-9809-8AC06EC0C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8663" y="1773239"/>
            <a:ext cx="2087562" cy="302418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8995" name="Line 3">
            <a:extLst>
              <a:ext uri="{FF2B5EF4-FFF2-40B4-BE49-F238E27FC236}">
                <a16:creationId xmlns:a16="http://schemas.microsoft.com/office/drawing/2014/main" id="{F600727C-F8D5-436A-A77B-766AC4E86F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43475" y="3141663"/>
            <a:ext cx="865188" cy="16557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8996" name="Line 4">
            <a:extLst>
              <a:ext uri="{FF2B5EF4-FFF2-40B4-BE49-F238E27FC236}">
                <a16:creationId xmlns:a16="http://schemas.microsoft.com/office/drawing/2014/main" id="{DE0EA628-EAF6-4E9E-881D-A5DEDE913C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3476" y="1773238"/>
            <a:ext cx="938213" cy="14398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8997" name="Line 5">
            <a:extLst>
              <a:ext uri="{FF2B5EF4-FFF2-40B4-BE49-F238E27FC236}">
                <a16:creationId xmlns:a16="http://schemas.microsoft.com/office/drawing/2014/main" id="{B45513DA-E760-443A-A866-05F9260327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3213101"/>
            <a:ext cx="935037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8998" name="Line 6">
            <a:extLst>
              <a:ext uri="{FF2B5EF4-FFF2-40B4-BE49-F238E27FC236}">
                <a16:creationId xmlns:a16="http://schemas.microsoft.com/office/drawing/2014/main" id="{180F39CA-914F-443E-A5BD-A4A177E2C0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1773239"/>
            <a:ext cx="71437" cy="30956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8999" name="Line 7">
            <a:extLst>
              <a:ext uri="{FF2B5EF4-FFF2-40B4-BE49-F238E27FC236}">
                <a16:creationId xmlns:a16="http://schemas.microsoft.com/office/drawing/2014/main" id="{C4EE2ED5-26AC-4F62-B3B3-98FDB39B365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95550" y="3284539"/>
            <a:ext cx="1512888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9000" name="Line 8">
            <a:extLst>
              <a:ext uri="{FF2B5EF4-FFF2-40B4-BE49-F238E27FC236}">
                <a16:creationId xmlns:a16="http://schemas.microsoft.com/office/drawing/2014/main" id="{11E5B733-AD66-44E2-985E-F75AD5949A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96226" y="3141664"/>
            <a:ext cx="1223963" cy="158273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9001" name="Line 9">
            <a:extLst>
              <a:ext uri="{FF2B5EF4-FFF2-40B4-BE49-F238E27FC236}">
                <a16:creationId xmlns:a16="http://schemas.microsoft.com/office/drawing/2014/main" id="{7ACA68A5-3D1F-48BB-99F9-A2BED550F8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1539" y="4724400"/>
            <a:ext cx="1944687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9002" name="Rectangle 10">
            <a:extLst>
              <a:ext uri="{FF2B5EF4-FFF2-40B4-BE49-F238E27FC236}">
                <a16:creationId xmlns:a16="http://schemas.microsoft.com/office/drawing/2014/main" id="{70F9FCDE-E6AE-4373-ACD1-3418921D697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782889" y="0"/>
            <a:ext cx="7439025" cy="1143000"/>
          </a:xfrm>
        </p:spPr>
        <p:txBody>
          <a:bodyPr/>
          <a:lstStyle/>
          <a:p>
            <a:pPr algn="l"/>
            <a:r>
              <a:rPr lang="ru-RU" altLang="ru-RU"/>
              <a:t>Алгоритм Прима шаг 2 </a:t>
            </a:r>
          </a:p>
        </p:txBody>
      </p:sp>
      <p:sp>
        <p:nvSpPr>
          <p:cNvPr id="469003" name="Rectangle 11">
            <a:extLst>
              <a:ext uri="{FF2B5EF4-FFF2-40B4-BE49-F238E27FC236}">
                <a16:creationId xmlns:a16="http://schemas.microsoft.com/office/drawing/2014/main" id="{87D3D0B9-BB49-4289-90FA-242AAC5EEA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27350" y="5805489"/>
            <a:ext cx="6624638" cy="5365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b="1"/>
              <a:t>Суммарная длина дерева = 4</a:t>
            </a:r>
          </a:p>
        </p:txBody>
      </p:sp>
      <p:sp>
        <p:nvSpPr>
          <p:cNvPr id="469004" name="Line 12">
            <a:extLst>
              <a:ext uri="{FF2B5EF4-FFF2-40B4-BE49-F238E27FC236}">
                <a16:creationId xmlns:a16="http://schemas.microsoft.com/office/drawing/2014/main" id="{2818E38C-8E8D-456C-BADE-375A61D4EA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24788" y="1773239"/>
            <a:ext cx="0" cy="302418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9005" name="Line 13">
            <a:extLst>
              <a:ext uri="{FF2B5EF4-FFF2-40B4-BE49-F238E27FC236}">
                <a16:creationId xmlns:a16="http://schemas.microsoft.com/office/drawing/2014/main" id="{9A3B5D28-B0F3-4CF0-9B9D-F6BE096053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3964" y="4741863"/>
            <a:ext cx="2160587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9006" name="Line 14">
            <a:extLst>
              <a:ext uri="{FF2B5EF4-FFF2-40B4-BE49-F238E27FC236}">
                <a16:creationId xmlns:a16="http://schemas.microsoft.com/office/drawing/2014/main" id="{6BB0FADA-0E03-4E36-B911-800106F4A7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876" y="1773238"/>
            <a:ext cx="1800225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9007" name="Line 15">
            <a:extLst>
              <a:ext uri="{FF2B5EF4-FFF2-40B4-BE49-F238E27FC236}">
                <a16:creationId xmlns:a16="http://schemas.microsoft.com/office/drawing/2014/main" id="{5DFC0F22-03A9-418D-B113-EADF5529EA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6988" y="1773238"/>
            <a:ext cx="1441450" cy="151130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9008" name="Oval 16">
            <a:extLst>
              <a:ext uri="{FF2B5EF4-FFF2-40B4-BE49-F238E27FC236}">
                <a16:creationId xmlns:a16="http://schemas.microsoft.com/office/drawing/2014/main" id="{51C10E18-B17B-46F6-A12B-56A86079E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4" y="2909889"/>
            <a:ext cx="720725" cy="769937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9009" name="Text Box 17">
            <a:extLst>
              <a:ext uri="{FF2B5EF4-FFF2-40B4-BE49-F238E27FC236}">
                <a16:creationId xmlns:a16="http://schemas.microsoft.com/office/drawing/2014/main" id="{97FD1BF4-370A-4778-B244-4BD86D3F6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A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9010" name="Oval 18">
            <a:extLst>
              <a:ext uri="{FF2B5EF4-FFF2-40B4-BE49-F238E27FC236}">
                <a16:creationId xmlns:a16="http://schemas.microsoft.com/office/drawing/2014/main" id="{23932A1F-5741-4B09-8A27-892B5202A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489" y="4365625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9011" name="Text Box 19">
            <a:extLst>
              <a:ext uri="{FF2B5EF4-FFF2-40B4-BE49-F238E27FC236}">
                <a16:creationId xmlns:a16="http://schemas.microsoft.com/office/drawing/2014/main" id="{9E43D002-9573-48C5-B64B-AA3B8752E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76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H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9012" name="Oval 20">
            <a:extLst>
              <a:ext uri="{FF2B5EF4-FFF2-40B4-BE49-F238E27FC236}">
                <a16:creationId xmlns:a16="http://schemas.microsoft.com/office/drawing/2014/main" id="{C6E6456C-ADAD-4331-A793-3D666854B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4" y="4365625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9013" name="Text Box 21">
            <a:extLst>
              <a:ext uri="{FF2B5EF4-FFF2-40B4-BE49-F238E27FC236}">
                <a16:creationId xmlns:a16="http://schemas.microsoft.com/office/drawing/2014/main" id="{F8F6091C-5C06-49D3-8F2C-DD9B69107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G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9014" name="Oval 22">
            <a:extLst>
              <a:ext uri="{FF2B5EF4-FFF2-40B4-BE49-F238E27FC236}">
                <a16:creationId xmlns:a16="http://schemas.microsoft.com/office/drawing/2014/main" id="{FCD4D4E4-9F6C-42C0-9FC5-BBE9A402E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4" y="27813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9015" name="Text Box 23">
            <a:extLst>
              <a:ext uri="{FF2B5EF4-FFF2-40B4-BE49-F238E27FC236}">
                <a16:creationId xmlns:a16="http://schemas.microsoft.com/office/drawing/2014/main" id="{3BC79598-205F-4CE1-9970-D500A69AD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2868614"/>
            <a:ext cx="619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I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9016" name="Line 24">
            <a:extLst>
              <a:ext uri="{FF2B5EF4-FFF2-40B4-BE49-F238E27FC236}">
                <a16:creationId xmlns:a16="http://schemas.microsoft.com/office/drawing/2014/main" id="{759C7A9C-F428-48B3-B4D3-D2EC335028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8664" y="1773238"/>
            <a:ext cx="2016125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9017" name="Line 25">
            <a:extLst>
              <a:ext uri="{FF2B5EF4-FFF2-40B4-BE49-F238E27FC236}">
                <a16:creationId xmlns:a16="http://schemas.microsoft.com/office/drawing/2014/main" id="{5E100212-2597-4A04-9257-03D0A73CE50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1764" y="1773238"/>
            <a:ext cx="1368425" cy="14398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9018" name="Oval 26">
            <a:extLst>
              <a:ext uri="{FF2B5EF4-FFF2-40B4-BE49-F238E27FC236}">
                <a16:creationId xmlns:a16="http://schemas.microsoft.com/office/drawing/2014/main" id="{C16F1FC2-79F3-460B-B4BE-06499DD0E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1" y="13811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9019" name="Text Box 27">
            <a:extLst>
              <a:ext uri="{FF2B5EF4-FFF2-40B4-BE49-F238E27FC236}">
                <a16:creationId xmlns:a16="http://schemas.microsoft.com/office/drawing/2014/main" id="{988D1B9E-1E13-4B0C-BD48-09FF4336D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9" y="14684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B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9020" name="Oval 28">
            <a:extLst>
              <a:ext uri="{FF2B5EF4-FFF2-40B4-BE49-F238E27FC236}">
                <a16:creationId xmlns:a16="http://schemas.microsoft.com/office/drawing/2014/main" id="{B4450BEE-EDD4-40E0-907C-2CC2795E3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1" y="434975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9021" name="Text Box 29">
            <a:extLst>
              <a:ext uri="{FF2B5EF4-FFF2-40B4-BE49-F238E27FC236}">
                <a16:creationId xmlns:a16="http://schemas.microsoft.com/office/drawing/2014/main" id="{5E59FE27-2DB2-40A9-A833-0EE9AE825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443706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F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9022" name="Oval 30">
            <a:extLst>
              <a:ext uri="{FF2B5EF4-FFF2-40B4-BE49-F238E27FC236}">
                <a16:creationId xmlns:a16="http://schemas.microsoft.com/office/drawing/2014/main" id="{E6B0CB51-2042-4A8A-A247-6CA105242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289" y="13970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9023" name="Text Box 31">
            <a:extLst>
              <a:ext uri="{FF2B5EF4-FFF2-40B4-BE49-F238E27FC236}">
                <a16:creationId xmlns:a16="http://schemas.microsoft.com/office/drawing/2014/main" id="{83B9E92C-3077-4C18-A93A-31F8D4DBB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6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C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9024" name="Oval 32">
            <a:extLst>
              <a:ext uri="{FF2B5EF4-FFF2-40B4-BE49-F238E27FC236}">
                <a16:creationId xmlns:a16="http://schemas.microsoft.com/office/drawing/2014/main" id="{20943CE9-AE5B-41BE-83CC-35687CFB0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976" y="13970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9025" name="Text Box 33">
            <a:extLst>
              <a:ext uri="{FF2B5EF4-FFF2-40B4-BE49-F238E27FC236}">
                <a16:creationId xmlns:a16="http://schemas.microsoft.com/office/drawing/2014/main" id="{C0CA92C7-3273-4662-90C5-F3AADCED4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4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D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9026" name="Oval 34">
            <a:extLst>
              <a:ext uri="{FF2B5EF4-FFF2-40B4-BE49-F238E27FC236}">
                <a16:creationId xmlns:a16="http://schemas.microsoft.com/office/drawing/2014/main" id="{F8AB9929-4A3C-4049-BFFF-D2D9D2006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389" y="27813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69027" name="Text Box 35">
            <a:extLst>
              <a:ext uri="{FF2B5EF4-FFF2-40B4-BE49-F238E27FC236}">
                <a16:creationId xmlns:a16="http://schemas.microsoft.com/office/drawing/2014/main" id="{18A61136-ECE1-4696-BECE-9FB713B35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276" y="28686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E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9028" name="Text Box 36">
            <a:extLst>
              <a:ext uri="{FF2B5EF4-FFF2-40B4-BE49-F238E27FC236}">
                <a16:creationId xmlns:a16="http://schemas.microsoft.com/office/drawing/2014/main" id="{1A185741-E99D-417C-A2F1-08452A007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2060575"/>
            <a:ext cx="5032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9029" name="Text Box 37">
            <a:extLst>
              <a:ext uri="{FF2B5EF4-FFF2-40B4-BE49-F238E27FC236}">
                <a16:creationId xmlns:a16="http://schemas.microsoft.com/office/drawing/2014/main" id="{27AEBA9A-5A16-42D6-A664-5D409309A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3933825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9030" name="Text Box 38">
            <a:extLst>
              <a:ext uri="{FF2B5EF4-FFF2-40B4-BE49-F238E27FC236}">
                <a16:creationId xmlns:a16="http://schemas.microsoft.com/office/drawing/2014/main" id="{71BF21B0-8F19-4A40-BD76-B7E048449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9031" name="Text Box 39">
            <a:extLst>
              <a:ext uri="{FF2B5EF4-FFF2-40B4-BE49-F238E27FC236}">
                <a16:creationId xmlns:a16="http://schemas.microsoft.com/office/drawing/2014/main" id="{CC726ACE-5CDE-44BA-886E-20B00391F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19891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9032" name="Text Box 40">
            <a:extLst>
              <a:ext uri="{FF2B5EF4-FFF2-40B4-BE49-F238E27FC236}">
                <a16:creationId xmlns:a16="http://schemas.microsoft.com/office/drawing/2014/main" id="{748BB2FA-108B-4A4A-B7FF-1223D62B9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4" y="335756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9033" name="Text Box 41">
            <a:extLst>
              <a:ext uri="{FF2B5EF4-FFF2-40B4-BE49-F238E27FC236}">
                <a16:creationId xmlns:a16="http://schemas.microsoft.com/office/drawing/2014/main" id="{1B79092B-9C39-43E3-A33E-9787D172E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4724400"/>
            <a:ext cx="5762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9034" name="Text Box 42">
            <a:extLst>
              <a:ext uri="{FF2B5EF4-FFF2-40B4-BE49-F238E27FC236}">
                <a16:creationId xmlns:a16="http://schemas.microsoft.com/office/drawing/2014/main" id="{9B311597-F747-4085-BD8A-D5C379A1D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3573464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6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9035" name="Text Box 43">
            <a:extLst>
              <a:ext uri="{FF2B5EF4-FFF2-40B4-BE49-F238E27FC236}">
                <a16:creationId xmlns:a16="http://schemas.microsoft.com/office/drawing/2014/main" id="{80D3FD16-D67B-472F-B4D9-6A4E8D60F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4724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9036" name="Text Box 44">
            <a:extLst>
              <a:ext uri="{FF2B5EF4-FFF2-40B4-BE49-F238E27FC236}">
                <a16:creationId xmlns:a16="http://schemas.microsoft.com/office/drawing/2014/main" id="{D0A0BC91-B698-4B47-AF25-E235B6B0D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2565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9037" name="Text Box 45">
            <a:extLst>
              <a:ext uri="{FF2B5EF4-FFF2-40B4-BE49-F238E27FC236}">
                <a16:creationId xmlns:a16="http://schemas.microsoft.com/office/drawing/2014/main" id="{35456085-D165-4761-AC64-B6B5081C3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9038" name="Text Box 46">
            <a:extLst>
              <a:ext uri="{FF2B5EF4-FFF2-40B4-BE49-F238E27FC236}">
                <a16:creationId xmlns:a16="http://schemas.microsoft.com/office/drawing/2014/main" id="{5FB8F961-2DD0-4767-9E41-8B510B330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9039" name="Text Box 47">
            <a:extLst>
              <a:ext uri="{FF2B5EF4-FFF2-40B4-BE49-F238E27FC236}">
                <a16:creationId xmlns:a16="http://schemas.microsoft.com/office/drawing/2014/main" id="{BBCC7854-149C-4867-BE85-6264DAEF6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191611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9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9040" name="Text Box 48">
            <a:extLst>
              <a:ext uri="{FF2B5EF4-FFF2-40B4-BE49-F238E27FC236}">
                <a16:creationId xmlns:a16="http://schemas.microsoft.com/office/drawing/2014/main" id="{93F16C66-6277-4AB5-8BC1-0568E04CA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788" y="2852739"/>
            <a:ext cx="7921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9041" name="Text Box 49">
            <a:extLst>
              <a:ext uri="{FF2B5EF4-FFF2-40B4-BE49-F238E27FC236}">
                <a16:creationId xmlns:a16="http://schemas.microsoft.com/office/drawing/2014/main" id="{687ED3ED-33F1-484A-925F-0F1E76058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3933825"/>
            <a:ext cx="719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10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69042" name="Freeform 50">
            <a:extLst>
              <a:ext uri="{FF2B5EF4-FFF2-40B4-BE49-F238E27FC236}">
                <a16:creationId xmlns:a16="http://schemas.microsoft.com/office/drawing/2014/main" id="{D61C41EA-DB58-4609-9AB4-C52582D379B6}"/>
              </a:ext>
            </a:extLst>
          </p:cNvPr>
          <p:cNvSpPr>
            <a:spLocks/>
          </p:cNvSpPr>
          <p:nvPr/>
        </p:nvSpPr>
        <p:spPr bwMode="auto">
          <a:xfrm>
            <a:off x="1919289" y="1052514"/>
            <a:ext cx="2820987" cy="2941637"/>
          </a:xfrm>
          <a:custGeom>
            <a:avLst/>
            <a:gdLst>
              <a:gd name="T0" fmla="*/ 0 w 1777"/>
              <a:gd name="T1" fmla="*/ 1724 h 1853"/>
              <a:gd name="T2" fmla="*/ 318 w 1777"/>
              <a:gd name="T3" fmla="*/ 1815 h 1853"/>
              <a:gd name="T4" fmla="*/ 726 w 1777"/>
              <a:gd name="T5" fmla="*/ 1497 h 1853"/>
              <a:gd name="T6" fmla="*/ 1588 w 1777"/>
              <a:gd name="T7" fmla="*/ 726 h 1853"/>
              <a:gd name="T8" fmla="*/ 1769 w 1777"/>
              <a:gd name="T9" fmla="*/ 363 h 1853"/>
              <a:gd name="T10" fmla="*/ 1542 w 1777"/>
              <a:gd name="T11" fmla="*/ 0 h 18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77" h="1853">
                <a:moveTo>
                  <a:pt x="0" y="1724"/>
                </a:moveTo>
                <a:cubicBezTo>
                  <a:pt x="98" y="1788"/>
                  <a:pt x="197" y="1853"/>
                  <a:pt x="318" y="1815"/>
                </a:cubicBezTo>
                <a:cubicBezTo>
                  <a:pt x="439" y="1777"/>
                  <a:pt x="514" y="1678"/>
                  <a:pt x="726" y="1497"/>
                </a:cubicBezTo>
                <a:cubicBezTo>
                  <a:pt x="938" y="1316"/>
                  <a:pt x="1414" y="915"/>
                  <a:pt x="1588" y="726"/>
                </a:cubicBezTo>
                <a:cubicBezTo>
                  <a:pt x="1762" y="537"/>
                  <a:pt x="1777" y="484"/>
                  <a:pt x="1769" y="363"/>
                </a:cubicBezTo>
                <a:cubicBezTo>
                  <a:pt x="1761" y="242"/>
                  <a:pt x="1580" y="60"/>
                  <a:pt x="154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469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Line 2">
            <a:extLst>
              <a:ext uri="{FF2B5EF4-FFF2-40B4-BE49-F238E27FC236}">
                <a16:creationId xmlns:a16="http://schemas.microsoft.com/office/drawing/2014/main" id="{4F9F7EDF-E7F8-458C-8841-88CAF062F7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8663" y="1773239"/>
            <a:ext cx="2087562" cy="302418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0019" name="Line 3">
            <a:extLst>
              <a:ext uri="{FF2B5EF4-FFF2-40B4-BE49-F238E27FC236}">
                <a16:creationId xmlns:a16="http://schemas.microsoft.com/office/drawing/2014/main" id="{323764A0-8CDB-4EF9-A194-ED367D0E3DC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43475" y="3141663"/>
            <a:ext cx="865188" cy="16557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0020" name="Line 4">
            <a:extLst>
              <a:ext uri="{FF2B5EF4-FFF2-40B4-BE49-F238E27FC236}">
                <a16:creationId xmlns:a16="http://schemas.microsoft.com/office/drawing/2014/main" id="{11BE2B1A-4FE7-4940-B005-11F310266C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3476" y="1773238"/>
            <a:ext cx="938213" cy="14398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0021" name="Line 5">
            <a:extLst>
              <a:ext uri="{FF2B5EF4-FFF2-40B4-BE49-F238E27FC236}">
                <a16:creationId xmlns:a16="http://schemas.microsoft.com/office/drawing/2014/main" id="{D0FFAD29-1956-481C-9F2B-A5CF7447AD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3213101"/>
            <a:ext cx="935037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0022" name="Line 6">
            <a:extLst>
              <a:ext uri="{FF2B5EF4-FFF2-40B4-BE49-F238E27FC236}">
                <a16:creationId xmlns:a16="http://schemas.microsoft.com/office/drawing/2014/main" id="{0201D3F9-4576-4229-8A37-54FEF0873C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1773239"/>
            <a:ext cx="71437" cy="30956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0023" name="Line 7">
            <a:extLst>
              <a:ext uri="{FF2B5EF4-FFF2-40B4-BE49-F238E27FC236}">
                <a16:creationId xmlns:a16="http://schemas.microsoft.com/office/drawing/2014/main" id="{70771426-A943-41B0-B953-42EEDF50BAD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95550" y="3284539"/>
            <a:ext cx="1512888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0024" name="Line 8">
            <a:extLst>
              <a:ext uri="{FF2B5EF4-FFF2-40B4-BE49-F238E27FC236}">
                <a16:creationId xmlns:a16="http://schemas.microsoft.com/office/drawing/2014/main" id="{09D7471E-74E0-4DEC-A9A5-62BF59784F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96226" y="3141664"/>
            <a:ext cx="1223963" cy="158273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0025" name="Line 9">
            <a:extLst>
              <a:ext uri="{FF2B5EF4-FFF2-40B4-BE49-F238E27FC236}">
                <a16:creationId xmlns:a16="http://schemas.microsoft.com/office/drawing/2014/main" id="{A1D29D65-2886-42C5-BDC7-E55129399A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1539" y="4724400"/>
            <a:ext cx="1944687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0026" name="Rectangle 10">
            <a:extLst>
              <a:ext uri="{FF2B5EF4-FFF2-40B4-BE49-F238E27FC236}">
                <a16:creationId xmlns:a16="http://schemas.microsoft.com/office/drawing/2014/main" id="{31344DC0-E3F2-4464-B94F-50D6C99F288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782889" y="0"/>
            <a:ext cx="7439025" cy="1143000"/>
          </a:xfrm>
        </p:spPr>
        <p:txBody>
          <a:bodyPr/>
          <a:lstStyle/>
          <a:p>
            <a:pPr algn="l"/>
            <a:r>
              <a:rPr lang="ru-RU" altLang="ru-RU"/>
              <a:t>Алгоритм Прима шаг 3 </a:t>
            </a:r>
          </a:p>
        </p:txBody>
      </p:sp>
      <p:sp>
        <p:nvSpPr>
          <p:cNvPr id="470027" name="Rectangle 11">
            <a:extLst>
              <a:ext uri="{FF2B5EF4-FFF2-40B4-BE49-F238E27FC236}">
                <a16:creationId xmlns:a16="http://schemas.microsoft.com/office/drawing/2014/main" id="{A58927C6-964A-4E7E-B186-CF84AB5565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27350" y="5805489"/>
            <a:ext cx="6624638" cy="5365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b="1"/>
              <a:t>Суммарная длина дерева = 12</a:t>
            </a:r>
          </a:p>
        </p:txBody>
      </p:sp>
      <p:sp>
        <p:nvSpPr>
          <p:cNvPr id="470028" name="Line 12">
            <a:extLst>
              <a:ext uri="{FF2B5EF4-FFF2-40B4-BE49-F238E27FC236}">
                <a16:creationId xmlns:a16="http://schemas.microsoft.com/office/drawing/2014/main" id="{55CE6B15-A229-42FE-85D2-42AB5ECBC7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24788" y="1773239"/>
            <a:ext cx="0" cy="302418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0029" name="Line 13">
            <a:extLst>
              <a:ext uri="{FF2B5EF4-FFF2-40B4-BE49-F238E27FC236}">
                <a16:creationId xmlns:a16="http://schemas.microsoft.com/office/drawing/2014/main" id="{35CF5286-D94D-4471-A437-0BA8421BF0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3964" y="4741863"/>
            <a:ext cx="2160587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0030" name="Line 14">
            <a:extLst>
              <a:ext uri="{FF2B5EF4-FFF2-40B4-BE49-F238E27FC236}">
                <a16:creationId xmlns:a16="http://schemas.microsoft.com/office/drawing/2014/main" id="{5E90A6DB-7AB7-4D18-9E28-FB228FB97E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876" y="1773238"/>
            <a:ext cx="1800225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0031" name="Line 15">
            <a:extLst>
              <a:ext uri="{FF2B5EF4-FFF2-40B4-BE49-F238E27FC236}">
                <a16:creationId xmlns:a16="http://schemas.microsoft.com/office/drawing/2014/main" id="{A2052EC3-5049-4EDE-9C42-15DC043376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6988" y="1773238"/>
            <a:ext cx="1441450" cy="151130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0032" name="Oval 16">
            <a:extLst>
              <a:ext uri="{FF2B5EF4-FFF2-40B4-BE49-F238E27FC236}">
                <a16:creationId xmlns:a16="http://schemas.microsoft.com/office/drawing/2014/main" id="{E08FAD4F-47EA-4298-9544-E8C49A6DC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4" y="2909889"/>
            <a:ext cx="720725" cy="769937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0033" name="Text Box 17">
            <a:extLst>
              <a:ext uri="{FF2B5EF4-FFF2-40B4-BE49-F238E27FC236}">
                <a16:creationId xmlns:a16="http://schemas.microsoft.com/office/drawing/2014/main" id="{431AE2E6-1FA6-4366-881D-B11CDEB9C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A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0034" name="Oval 18">
            <a:extLst>
              <a:ext uri="{FF2B5EF4-FFF2-40B4-BE49-F238E27FC236}">
                <a16:creationId xmlns:a16="http://schemas.microsoft.com/office/drawing/2014/main" id="{02B75320-6F19-41D6-A1F6-3290085D7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489" y="4365625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0035" name="Text Box 19">
            <a:extLst>
              <a:ext uri="{FF2B5EF4-FFF2-40B4-BE49-F238E27FC236}">
                <a16:creationId xmlns:a16="http://schemas.microsoft.com/office/drawing/2014/main" id="{61DAB202-0A46-4A97-9B12-2AC4EB42E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76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H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0036" name="Oval 20">
            <a:extLst>
              <a:ext uri="{FF2B5EF4-FFF2-40B4-BE49-F238E27FC236}">
                <a16:creationId xmlns:a16="http://schemas.microsoft.com/office/drawing/2014/main" id="{23495BFB-BBC4-40A5-A79E-0DD83148B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4" y="4365625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0037" name="Text Box 21">
            <a:extLst>
              <a:ext uri="{FF2B5EF4-FFF2-40B4-BE49-F238E27FC236}">
                <a16:creationId xmlns:a16="http://schemas.microsoft.com/office/drawing/2014/main" id="{499BE425-F828-4EF3-9523-D37A6F39E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G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0038" name="Oval 22">
            <a:extLst>
              <a:ext uri="{FF2B5EF4-FFF2-40B4-BE49-F238E27FC236}">
                <a16:creationId xmlns:a16="http://schemas.microsoft.com/office/drawing/2014/main" id="{48AFB8A7-3616-4228-B9C5-DEA44F97D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4" y="27813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0039" name="Text Box 23">
            <a:extLst>
              <a:ext uri="{FF2B5EF4-FFF2-40B4-BE49-F238E27FC236}">
                <a16:creationId xmlns:a16="http://schemas.microsoft.com/office/drawing/2014/main" id="{D56728C0-C257-4B40-BB04-C4EC21B44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2868614"/>
            <a:ext cx="619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I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0040" name="Line 24">
            <a:extLst>
              <a:ext uri="{FF2B5EF4-FFF2-40B4-BE49-F238E27FC236}">
                <a16:creationId xmlns:a16="http://schemas.microsoft.com/office/drawing/2014/main" id="{C3301F60-99BA-45F4-BDE1-06371BD61D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8664" y="1773238"/>
            <a:ext cx="2016125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0041" name="Line 25">
            <a:extLst>
              <a:ext uri="{FF2B5EF4-FFF2-40B4-BE49-F238E27FC236}">
                <a16:creationId xmlns:a16="http://schemas.microsoft.com/office/drawing/2014/main" id="{AD7A85D9-2D8B-4AE6-AE98-29261FE5409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1764" y="1773238"/>
            <a:ext cx="1368425" cy="14398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0042" name="Oval 26">
            <a:extLst>
              <a:ext uri="{FF2B5EF4-FFF2-40B4-BE49-F238E27FC236}">
                <a16:creationId xmlns:a16="http://schemas.microsoft.com/office/drawing/2014/main" id="{0A6269D8-3A4F-4A59-A1B1-B81C47752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1" y="13811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0043" name="Text Box 27">
            <a:extLst>
              <a:ext uri="{FF2B5EF4-FFF2-40B4-BE49-F238E27FC236}">
                <a16:creationId xmlns:a16="http://schemas.microsoft.com/office/drawing/2014/main" id="{BB465153-8FC0-4AE7-9ADD-4327304AC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9" y="14684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B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0044" name="Oval 28">
            <a:extLst>
              <a:ext uri="{FF2B5EF4-FFF2-40B4-BE49-F238E27FC236}">
                <a16:creationId xmlns:a16="http://schemas.microsoft.com/office/drawing/2014/main" id="{04D9B8F3-F538-4EAE-9200-D34BEE335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1" y="434975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0045" name="Text Box 29">
            <a:extLst>
              <a:ext uri="{FF2B5EF4-FFF2-40B4-BE49-F238E27FC236}">
                <a16:creationId xmlns:a16="http://schemas.microsoft.com/office/drawing/2014/main" id="{69AD411A-9F89-4CDD-A94B-E012017C5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443706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F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0046" name="Oval 30">
            <a:extLst>
              <a:ext uri="{FF2B5EF4-FFF2-40B4-BE49-F238E27FC236}">
                <a16:creationId xmlns:a16="http://schemas.microsoft.com/office/drawing/2014/main" id="{4EC01367-DE4C-4FBA-B4B9-53382BC4B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289" y="13970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0047" name="Text Box 31">
            <a:extLst>
              <a:ext uri="{FF2B5EF4-FFF2-40B4-BE49-F238E27FC236}">
                <a16:creationId xmlns:a16="http://schemas.microsoft.com/office/drawing/2014/main" id="{0DC6FBFC-DA24-4B51-8957-00097247B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6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C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0048" name="Oval 32">
            <a:extLst>
              <a:ext uri="{FF2B5EF4-FFF2-40B4-BE49-F238E27FC236}">
                <a16:creationId xmlns:a16="http://schemas.microsoft.com/office/drawing/2014/main" id="{D3A85594-D709-4EAC-A2C2-B80AFF89B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976" y="13970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0049" name="Text Box 33">
            <a:extLst>
              <a:ext uri="{FF2B5EF4-FFF2-40B4-BE49-F238E27FC236}">
                <a16:creationId xmlns:a16="http://schemas.microsoft.com/office/drawing/2014/main" id="{F1C4BFC6-E52D-495F-A832-7FBFADBBA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4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D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0050" name="Oval 34">
            <a:extLst>
              <a:ext uri="{FF2B5EF4-FFF2-40B4-BE49-F238E27FC236}">
                <a16:creationId xmlns:a16="http://schemas.microsoft.com/office/drawing/2014/main" id="{AF378C1F-E235-42FF-8334-A6DF0709A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389" y="27813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0051" name="Text Box 35">
            <a:extLst>
              <a:ext uri="{FF2B5EF4-FFF2-40B4-BE49-F238E27FC236}">
                <a16:creationId xmlns:a16="http://schemas.microsoft.com/office/drawing/2014/main" id="{EF1BDC9C-65B2-420D-BDA3-8A4FFDFC9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276" y="28686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E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0052" name="Text Box 36">
            <a:extLst>
              <a:ext uri="{FF2B5EF4-FFF2-40B4-BE49-F238E27FC236}">
                <a16:creationId xmlns:a16="http://schemas.microsoft.com/office/drawing/2014/main" id="{1CA47305-E2C8-4291-8643-E2AC618FD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2060575"/>
            <a:ext cx="5032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0053" name="Text Box 37">
            <a:extLst>
              <a:ext uri="{FF2B5EF4-FFF2-40B4-BE49-F238E27FC236}">
                <a16:creationId xmlns:a16="http://schemas.microsoft.com/office/drawing/2014/main" id="{8F1965B3-C8C0-4993-93A0-16772C63B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3933825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0054" name="Text Box 38">
            <a:extLst>
              <a:ext uri="{FF2B5EF4-FFF2-40B4-BE49-F238E27FC236}">
                <a16:creationId xmlns:a16="http://schemas.microsoft.com/office/drawing/2014/main" id="{AFC63476-3C65-4EF6-9DFC-73D7B8C48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0055" name="Text Box 39">
            <a:extLst>
              <a:ext uri="{FF2B5EF4-FFF2-40B4-BE49-F238E27FC236}">
                <a16:creationId xmlns:a16="http://schemas.microsoft.com/office/drawing/2014/main" id="{825EA7F8-5CF9-4529-ADAA-E21F387CE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19891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0056" name="Text Box 40">
            <a:extLst>
              <a:ext uri="{FF2B5EF4-FFF2-40B4-BE49-F238E27FC236}">
                <a16:creationId xmlns:a16="http://schemas.microsoft.com/office/drawing/2014/main" id="{B4F5137B-761B-457E-B5A9-7F7B0BCA8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4" y="335756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0057" name="Text Box 41">
            <a:extLst>
              <a:ext uri="{FF2B5EF4-FFF2-40B4-BE49-F238E27FC236}">
                <a16:creationId xmlns:a16="http://schemas.microsoft.com/office/drawing/2014/main" id="{4E169434-9B87-4FCE-A042-D66DB872B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4724400"/>
            <a:ext cx="5762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0058" name="Text Box 42">
            <a:extLst>
              <a:ext uri="{FF2B5EF4-FFF2-40B4-BE49-F238E27FC236}">
                <a16:creationId xmlns:a16="http://schemas.microsoft.com/office/drawing/2014/main" id="{CFECF341-E713-4281-95A8-A10CEAEF8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3573464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6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0059" name="Text Box 43">
            <a:extLst>
              <a:ext uri="{FF2B5EF4-FFF2-40B4-BE49-F238E27FC236}">
                <a16:creationId xmlns:a16="http://schemas.microsoft.com/office/drawing/2014/main" id="{CF973547-BEE1-49AB-A491-69DB7861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4724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0060" name="Text Box 44">
            <a:extLst>
              <a:ext uri="{FF2B5EF4-FFF2-40B4-BE49-F238E27FC236}">
                <a16:creationId xmlns:a16="http://schemas.microsoft.com/office/drawing/2014/main" id="{E546B573-436C-4834-BF99-07E2391E9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2565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0061" name="Text Box 45">
            <a:extLst>
              <a:ext uri="{FF2B5EF4-FFF2-40B4-BE49-F238E27FC236}">
                <a16:creationId xmlns:a16="http://schemas.microsoft.com/office/drawing/2014/main" id="{6213FB3F-4EF5-4978-97C9-00549EC9E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0062" name="Text Box 46">
            <a:extLst>
              <a:ext uri="{FF2B5EF4-FFF2-40B4-BE49-F238E27FC236}">
                <a16:creationId xmlns:a16="http://schemas.microsoft.com/office/drawing/2014/main" id="{68D75C73-2C34-4388-A168-4CE0D83F1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0063" name="Text Box 47">
            <a:extLst>
              <a:ext uri="{FF2B5EF4-FFF2-40B4-BE49-F238E27FC236}">
                <a16:creationId xmlns:a16="http://schemas.microsoft.com/office/drawing/2014/main" id="{D98D6D85-2DA0-49C1-B2D3-FA1FA5D30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191611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9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0064" name="Text Box 48">
            <a:extLst>
              <a:ext uri="{FF2B5EF4-FFF2-40B4-BE49-F238E27FC236}">
                <a16:creationId xmlns:a16="http://schemas.microsoft.com/office/drawing/2014/main" id="{91C03374-72AD-4B14-AFC5-C552FEEE3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788" y="2852739"/>
            <a:ext cx="7921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0065" name="Text Box 49">
            <a:extLst>
              <a:ext uri="{FF2B5EF4-FFF2-40B4-BE49-F238E27FC236}">
                <a16:creationId xmlns:a16="http://schemas.microsoft.com/office/drawing/2014/main" id="{D3B21285-5AEF-4D8F-B25B-6FA9216A8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3933825"/>
            <a:ext cx="719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10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0066" name="Freeform 50">
            <a:extLst>
              <a:ext uri="{FF2B5EF4-FFF2-40B4-BE49-F238E27FC236}">
                <a16:creationId xmlns:a16="http://schemas.microsoft.com/office/drawing/2014/main" id="{73FE8C3D-66C6-4BB5-BBE4-15ACB9833F27}"/>
              </a:ext>
            </a:extLst>
          </p:cNvPr>
          <p:cNvSpPr>
            <a:spLocks/>
          </p:cNvSpPr>
          <p:nvPr/>
        </p:nvSpPr>
        <p:spPr bwMode="auto">
          <a:xfrm>
            <a:off x="1919288" y="1196976"/>
            <a:ext cx="4692650" cy="2868613"/>
          </a:xfrm>
          <a:custGeom>
            <a:avLst/>
            <a:gdLst>
              <a:gd name="T0" fmla="*/ 0 w 2956"/>
              <a:gd name="T1" fmla="*/ 1724 h 1807"/>
              <a:gd name="T2" fmla="*/ 408 w 2956"/>
              <a:gd name="T3" fmla="*/ 1724 h 1807"/>
              <a:gd name="T4" fmla="*/ 862 w 2956"/>
              <a:gd name="T5" fmla="*/ 1225 h 1807"/>
              <a:gd name="T6" fmla="*/ 1452 w 2956"/>
              <a:gd name="T7" fmla="*/ 726 h 1807"/>
              <a:gd name="T8" fmla="*/ 1996 w 2956"/>
              <a:gd name="T9" fmla="*/ 499 h 1807"/>
              <a:gd name="T10" fmla="*/ 2404 w 2956"/>
              <a:gd name="T11" fmla="*/ 726 h 1807"/>
              <a:gd name="T12" fmla="*/ 2812 w 2956"/>
              <a:gd name="T13" fmla="*/ 680 h 1807"/>
              <a:gd name="T14" fmla="*/ 2949 w 2956"/>
              <a:gd name="T15" fmla="*/ 227 h 1807"/>
              <a:gd name="T16" fmla="*/ 2767 w 2956"/>
              <a:gd name="T17" fmla="*/ 0 h 18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6" h="1807">
                <a:moveTo>
                  <a:pt x="0" y="1724"/>
                </a:moveTo>
                <a:cubicBezTo>
                  <a:pt x="132" y="1765"/>
                  <a:pt x="264" y="1807"/>
                  <a:pt x="408" y="1724"/>
                </a:cubicBezTo>
                <a:cubicBezTo>
                  <a:pt x="552" y="1641"/>
                  <a:pt x="688" y="1391"/>
                  <a:pt x="862" y="1225"/>
                </a:cubicBezTo>
                <a:cubicBezTo>
                  <a:pt x="1036" y="1059"/>
                  <a:pt x="1263" y="847"/>
                  <a:pt x="1452" y="726"/>
                </a:cubicBezTo>
                <a:cubicBezTo>
                  <a:pt x="1641" y="605"/>
                  <a:pt x="1837" y="499"/>
                  <a:pt x="1996" y="499"/>
                </a:cubicBezTo>
                <a:cubicBezTo>
                  <a:pt x="2155" y="499"/>
                  <a:pt x="2268" y="696"/>
                  <a:pt x="2404" y="726"/>
                </a:cubicBezTo>
                <a:cubicBezTo>
                  <a:pt x="2540" y="756"/>
                  <a:pt x="2721" y="763"/>
                  <a:pt x="2812" y="680"/>
                </a:cubicBezTo>
                <a:cubicBezTo>
                  <a:pt x="2903" y="597"/>
                  <a:pt x="2956" y="340"/>
                  <a:pt x="2949" y="227"/>
                </a:cubicBezTo>
                <a:cubicBezTo>
                  <a:pt x="2942" y="114"/>
                  <a:pt x="2797" y="38"/>
                  <a:pt x="2767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47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Line 2">
            <a:extLst>
              <a:ext uri="{FF2B5EF4-FFF2-40B4-BE49-F238E27FC236}">
                <a16:creationId xmlns:a16="http://schemas.microsoft.com/office/drawing/2014/main" id="{25EA97D2-6FE4-4940-9866-104F55ECC5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8663" y="1773239"/>
            <a:ext cx="2087562" cy="302418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1043" name="Line 3">
            <a:extLst>
              <a:ext uri="{FF2B5EF4-FFF2-40B4-BE49-F238E27FC236}">
                <a16:creationId xmlns:a16="http://schemas.microsoft.com/office/drawing/2014/main" id="{6BA6AB3F-AC5C-4675-9F74-B62C525834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43475" y="3141663"/>
            <a:ext cx="865188" cy="16557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1044" name="Line 4">
            <a:extLst>
              <a:ext uri="{FF2B5EF4-FFF2-40B4-BE49-F238E27FC236}">
                <a16:creationId xmlns:a16="http://schemas.microsoft.com/office/drawing/2014/main" id="{A52B6C2C-8924-4B07-9FDF-5140023B83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3476" y="1773238"/>
            <a:ext cx="938213" cy="1439862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1045" name="Line 5">
            <a:extLst>
              <a:ext uri="{FF2B5EF4-FFF2-40B4-BE49-F238E27FC236}">
                <a16:creationId xmlns:a16="http://schemas.microsoft.com/office/drawing/2014/main" id="{0007BF36-EF8B-4656-9D9E-D5A06FCB5E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3213101"/>
            <a:ext cx="935037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1046" name="Line 6">
            <a:extLst>
              <a:ext uri="{FF2B5EF4-FFF2-40B4-BE49-F238E27FC236}">
                <a16:creationId xmlns:a16="http://schemas.microsoft.com/office/drawing/2014/main" id="{075F47AF-0F66-486E-BC0B-DB140E6536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1773239"/>
            <a:ext cx="71437" cy="30956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1047" name="Line 7">
            <a:extLst>
              <a:ext uri="{FF2B5EF4-FFF2-40B4-BE49-F238E27FC236}">
                <a16:creationId xmlns:a16="http://schemas.microsoft.com/office/drawing/2014/main" id="{A82F0B6F-BA1D-40C8-A49F-E3BD588BFBC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95550" y="3284539"/>
            <a:ext cx="1512888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1048" name="Line 8">
            <a:extLst>
              <a:ext uri="{FF2B5EF4-FFF2-40B4-BE49-F238E27FC236}">
                <a16:creationId xmlns:a16="http://schemas.microsoft.com/office/drawing/2014/main" id="{F97C4AD5-39BE-4D4A-B5AA-B99B67EFF8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96226" y="3141664"/>
            <a:ext cx="1223963" cy="158273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1049" name="Line 9">
            <a:extLst>
              <a:ext uri="{FF2B5EF4-FFF2-40B4-BE49-F238E27FC236}">
                <a16:creationId xmlns:a16="http://schemas.microsoft.com/office/drawing/2014/main" id="{5340586D-A2CF-44D4-8A72-D1647D46FF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1539" y="4724400"/>
            <a:ext cx="1944687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1050" name="Rectangle 10">
            <a:extLst>
              <a:ext uri="{FF2B5EF4-FFF2-40B4-BE49-F238E27FC236}">
                <a16:creationId xmlns:a16="http://schemas.microsoft.com/office/drawing/2014/main" id="{E23DF10D-BD0F-4C21-AE57-83D4E4172C8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782889" y="0"/>
            <a:ext cx="7439025" cy="1143000"/>
          </a:xfrm>
        </p:spPr>
        <p:txBody>
          <a:bodyPr/>
          <a:lstStyle/>
          <a:p>
            <a:pPr algn="l"/>
            <a:r>
              <a:rPr lang="ru-RU" altLang="ru-RU"/>
              <a:t>Алгоритм Прима шаг 4 </a:t>
            </a:r>
          </a:p>
        </p:txBody>
      </p:sp>
      <p:sp>
        <p:nvSpPr>
          <p:cNvPr id="471051" name="Rectangle 11">
            <a:extLst>
              <a:ext uri="{FF2B5EF4-FFF2-40B4-BE49-F238E27FC236}">
                <a16:creationId xmlns:a16="http://schemas.microsoft.com/office/drawing/2014/main" id="{FE8CD7B8-2A0E-46C4-88D1-9008FCC648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27350" y="5805489"/>
            <a:ext cx="6624638" cy="5365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b="1"/>
              <a:t>Суммарная длина дерева = 14</a:t>
            </a:r>
          </a:p>
        </p:txBody>
      </p:sp>
      <p:sp>
        <p:nvSpPr>
          <p:cNvPr id="471052" name="Line 12">
            <a:extLst>
              <a:ext uri="{FF2B5EF4-FFF2-40B4-BE49-F238E27FC236}">
                <a16:creationId xmlns:a16="http://schemas.microsoft.com/office/drawing/2014/main" id="{AA22E3F0-1DA0-4F2D-B6FB-796956DDFD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24788" y="1773239"/>
            <a:ext cx="0" cy="302418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1053" name="Line 13">
            <a:extLst>
              <a:ext uri="{FF2B5EF4-FFF2-40B4-BE49-F238E27FC236}">
                <a16:creationId xmlns:a16="http://schemas.microsoft.com/office/drawing/2014/main" id="{E6CC5E0C-4A4B-4125-BAFA-C20A23C989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3964" y="4741863"/>
            <a:ext cx="2160587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1054" name="Line 14">
            <a:extLst>
              <a:ext uri="{FF2B5EF4-FFF2-40B4-BE49-F238E27FC236}">
                <a16:creationId xmlns:a16="http://schemas.microsoft.com/office/drawing/2014/main" id="{DC2FA689-6CEE-4ABD-90D0-2E9D4DD1ED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876" y="1773238"/>
            <a:ext cx="1800225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1055" name="Line 15">
            <a:extLst>
              <a:ext uri="{FF2B5EF4-FFF2-40B4-BE49-F238E27FC236}">
                <a16:creationId xmlns:a16="http://schemas.microsoft.com/office/drawing/2014/main" id="{E86F18C1-7FBD-4C22-B567-21E7DD6306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6988" y="1773238"/>
            <a:ext cx="1441450" cy="151130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1056" name="Oval 16">
            <a:extLst>
              <a:ext uri="{FF2B5EF4-FFF2-40B4-BE49-F238E27FC236}">
                <a16:creationId xmlns:a16="http://schemas.microsoft.com/office/drawing/2014/main" id="{3FB8D054-BFA7-4576-92F4-F3456095B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4" y="2909889"/>
            <a:ext cx="720725" cy="769937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1057" name="Text Box 17">
            <a:extLst>
              <a:ext uri="{FF2B5EF4-FFF2-40B4-BE49-F238E27FC236}">
                <a16:creationId xmlns:a16="http://schemas.microsoft.com/office/drawing/2014/main" id="{4ACD2D20-CF68-406F-A3AB-7809D1D99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A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1058" name="Oval 18">
            <a:extLst>
              <a:ext uri="{FF2B5EF4-FFF2-40B4-BE49-F238E27FC236}">
                <a16:creationId xmlns:a16="http://schemas.microsoft.com/office/drawing/2014/main" id="{B765E544-8673-4312-AB98-6E54FE763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489" y="4365625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1059" name="Text Box 19">
            <a:extLst>
              <a:ext uri="{FF2B5EF4-FFF2-40B4-BE49-F238E27FC236}">
                <a16:creationId xmlns:a16="http://schemas.microsoft.com/office/drawing/2014/main" id="{B02281CC-2929-4596-8D6D-B3E0A384E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76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H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1060" name="Oval 20">
            <a:extLst>
              <a:ext uri="{FF2B5EF4-FFF2-40B4-BE49-F238E27FC236}">
                <a16:creationId xmlns:a16="http://schemas.microsoft.com/office/drawing/2014/main" id="{5AFB1675-F241-4507-BDFF-B199A2D67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4" y="4365625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1061" name="Text Box 21">
            <a:extLst>
              <a:ext uri="{FF2B5EF4-FFF2-40B4-BE49-F238E27FC236}">
                <a16:creationId xmlns:a16="http://schemas.microsoft.com/office/drawing/2014/main" id="{B9A035EF-BA60-4355-A759-6211F80A8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G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1062" name="Oval 22">
            <a:extLst>
              <a:ext uri="{FF2B5EF4-FFF2-40B4-BE49-F238E27FC236}">
                <a16:creationId xmlns:a16="http://schemas.microsoft.com/office/drawing/2014/main" id="{D68AFF8C-310F-4EAF-86F8-E20DB521C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4" y="27813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1063" name="Text Box 23">
            <a:extLst>
              <a:ext uri="{FF2B5EF4-FFF2-40B4-BE49-F238E27FC236}">
                <a16:creationId xmlns:a16="http://schemas.microsoft.com/office/drawing/2014/main" id="{FE3F4A85-1C21-4EE5-9753-1A07BF2F3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2868614"/>
            <a:ext cx="619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I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1064" name="Line 24">
            <a:extLst>
              <a:ext uri="{FF2B5EF4-FFF2-40B4-BE49-F238E27FC236}">
                <a16:creationId xmlns:a16="http://schemas.microsoft.com/office/drawing/2014/main" id="{20213B56-A31F-4133-8C6F-A520B13A8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8664" y="1773238"/>
            <a:ext cx="2016125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1065" name="Line 25">
            <a:extLst>
              <a:ext uri="{FF2B5EF4-FFF2-40B4-BE49-F238E27FC236}">
                <a16:creationId xmlns:a16="http://schemas.microsoft.com/office/drawing/2014/main" id="{448D86E9-BE98-4928-B0BB-27F9EA6F7C15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1764" y="1773238"/>
            <a:ext cx="1368425" cy="14398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1066" name="Oval 26">
            <a:extLst>
              <a:ext uri="{FF2B5EF4-FFF2-40B4-BE49-F238E27FC236}">
                <a16:creationId xmlns:a16="http://schemas.microsoft.com/office/drawing/2014/main" id="{78939BA3-D004-4157-BACD-6F9170925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1" y="13811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1067" name="Text Box 27">
            <a:extLst>
              <a:ext uri="{FF2B5EF4-FFF2-40B4-BE49-F238E27FC236}">
                <a16:creationId xmlns:a16="http://schemas.microsoft.com/office/drawing/2014/main" id="{F06B7071-37EB-4530-8728-3EE90332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9" y="14684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B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1068" name="Oval 28">
            <a:extLst>
              <a:ext uri="{FF2B5EF4-FFF2-40B4-BE49-F238E27FC236}">
                <a16:creationId xmlns:a16="http://schemas.microsoft.com/office/drawing/2014/main" id="{EADB239F-1ADC-4839-9398-327E240BD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1" y="434975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1069" name="Text Box 29">
            <a:extLst>
              <a:ext uri="{FF2B5EF4-FFF2-40B4-BE49-F238E27FC236}">
                <a16:creationId xmlns:a16="http://schemas.microsoft.com/office/drawing/2014/main" id="{2F7C4687-4ADB-4E8A-8973-6959010D1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443706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F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1070" name="Oval 30">
            <a:extLst>
              <a:ext uri="{FF2B5EF4-FFF2-40B4-BE49-F238E27FC236}">
                <a16:creationId xmlns:a16="http://schemas.microsoft.com/office/drawing/2014/main" id="{0585B524-267D-4460-A047-7AC40D1CD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289" y="13970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1071" name="Text Box 31">
            <a:extLst>
              <a:ext uri="{FF2B5EF4-FFF2-40B4-BE49-F238E27FC236}">
                <a16:creationId xmlns:a16="http://schemas.microsoft.com/office/drawing/2014/main" id="{DDCF0619-E504-43F7-8A86-4D6938565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6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C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1072" name="Oval 32">
            <a:extLst>
              <a:ext uri="{FF2B5EF4-FFF2-40B4-BE49-F238E27FC236}">
                <a16:creationId xmlns:a16="http://schemas.microsoft.com/office/drawing/2014/main" id="{A0714FF0-EA2F-4AC2-9A95-3E7C45171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976" y="13970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1073" name="Text Box 33">
            <a:extLst>
              <a:ext uri="{FF2B5EF4-FFF2-40B4-BE49-F238E27FC236}">
                <a16:creationId xmlns:a16="http://schemas.microsoft.com/office/drawing/2014/main" id="{139973F4-7D18-4564-9090-DFC2B268D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4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D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1074" name="Oval 34">
            <a:extLst>
              <a:ext uri="{FF2B5EF4-FFF2-40B4-BE49-F238E27FC236}">
                <a16:creationId xmlns:a16="http://schemas.microsoft.com/office/drawing/2014/main" id="{AE85B506-5661-4E86-8014-778EAFA68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389" y="27813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1075" name="Text Box 35">
            <a:extLst>
              <a:ext uri="{FF2B5EF4-FFF2-40B4-BE49-F238E27FC236}">
                <a16:creationId xmlns:a16="http://schemas.microsoft.com/office/drawing/2014/main" id="{29ECD35F-5B1B-4A7B-AED0-8800AFE95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276" y="28686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E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1076" name="Text Box 36">
            <a:extLst>
              <a:ext uri="{FF2B5EF4-FFF2-40B4-BE49-F238E27FC236}">
                <a16:creationId xmlns:a16="http://schemas.microsoft.com/office/drawing/2014/main" id="{7DFBA5B1-AF1E-4F97-9B0F-C17A0A492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2060575"/>
            <a:ext cx="5032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1077" name="Text Box 37">
            <a:extLst>
              <a:ext uri="{FF2B5EF4-FFF2-40B4-BE49-F238E27FC236}">
                <a16:creationId xmlns:a16="http://schemas.microsoft.com/office/drawing/2014/main" id="{FF7C6AF6-AA2B-4506-BE26-60ACB8D81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3933825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1078" name="Text Box 38">
            <a:extLst>
              <a:ext uri="{FF2B5EF4-FFF2-40B4-BE49-F238E27FC236}">
                <a16:creationId xmlns:a16="http://schemas.microsoft.com/office/drawing/2014/main" id="{3ACACF73-9D79-4AF6-99B7-8B585F536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1079" name="Text Box 39">
            <a:extLst>
              <a:ext uri="{FF2B5EF4-FFF2-40B4-BE49-F238E27FC236}">
                <a16:creationId xmlns:a16="http://schemas.microsoft.com/office/drawing/2014/main" id="{96DFAB61-31B6-4425-BC1E-F43608A48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19891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1080" name="Text Box 40">
            <a:extLst>
              <a:ext uri="{FF2B5EF4-FFF2-40B4-BE49-F238E27FC236}">
                <a16:creationId xmlns:a16="http://schemas.microsoft.com/office/drawing/2014/main" id="{5FA99AE9-1731-46E1-BC52-F292F3BDF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4" y="335756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1081" name="Text Box 41">
            <a:extLst>
              <a:ext uri="{FF2B5EF4-FFF2-40B4-BE49-F238E27FC236}">
                <a16:creationId xmlns:a16="http://schemas.microsoft.com/office/drawing/2014/main" id="{D92548FA-03B4-4788-A6EE-A4C8498C3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4724400"/>
            <a:ext cx="5762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1082" name="Text Box 42">
            <a:extLst>
              <a:ext uri="{FF2B5EF4-FFF2-40B4-BE49-F238E27FC236}">
                <a16:creationId xmlns:a16="http://schemas.microsoft.com/office/drawing/2014/main" id="{BDB66752-2B0C-473A-8BB1-2268B607D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3573464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6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1083" name="Text Box 43">
            <a:extLst>
              <a:ext uri="{FF2B5EF4-FFF2-40B4-BE49-F238E27FC236}">
                <a16:creationId xmlns:a16="http://schemas.microsoft.com/office/drawing/2014/main" id="{63EA5109-3F3F-4756-AC32-7BAE36B00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4724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1084" name="Text Box 44">
            <a:extLst>
              <a:ext uri="{FF2B5EF4-FFF2-40B4-BE49-F238E27FC236}">
                <a16:creationId xmlns:a16="http://schemas.microsoft.com/office/drawing/2014/main" id="{37A02721-46E0-4B95-AF70-21438108B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2565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1085" name="Text Box 45">
            <a:extLst>
              <a:ext uri="{FF2B5EF4-FFF2-40B4-BE49-F238E27FC236}">
                <a16:creationId xmlns:a16="http://schemas.microsoft.com/office/drawing/2014/main" id="{A76D5868-85FD-472C-A008-371A570AF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1086" name="Text Box 46">
            <a:extLst>
              <a:ext uri="{FF2B5EF4-FFF2-40B4-BE49-F238E27FC236}">
                <a16:creationId xmlns:a16="http://schemas.microsoft.com/office/drawing/2014/main" id="{CF1B54B6-0322-4A6B-8F01-6C92C5C82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1087" name="Text Box 47">
            <a:extLst>
              <a:ext uri="{FF2B5EF4-FFF2-40B4-BE49-F238E27FC236}">
                <a16:creationId xmlns:a16="http://schemas.microsoft.com/office/drawing/2014/main" id="{19017743-4053-49A9-8D39-7ADB96A6D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191611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9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1088" name="Text Box 48">
            <a:extLst>
              <a:ext uri="{FF2B5EF4-FFF2-40B4-BE49-F238E27FC236}">
                <a16:creationId xmlns:a16="http://schemas.microsoft.com/office/drawing/2014/main" id="{E2FF31E2-4068-447A-8E57-1A2659915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788" y="2852739"/>
            <a:ext cx="7921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1089" name="Text Box 49">
            <a:extLst>
              <a:ext uri="{FF2B5EF4-FFF2-40B4-BE49-F238E27FC236}">
                <a16:creationId xmlns:a16="http://schemas.microsoft.com/office/drawing/2014/main" id="{40C35695-82BF-428B-A9AD-24B2EC6F0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3933825"/>
            <a:ext cx="719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10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1090" name="Freeform 50">
            <a:extLst>
              <a:ext uri="{FF2B5EF4-FFF2-40B4-BE49-F238E27FC236}">
                <a16:creationId xmlns:a16="http://schemas.microsoft.com/office/drawing/2014/main" id="{E8AF00F4-B780-4745-ABC7-952B5BD5BB26}"/>
              </a:ext>
            </a:extLst>
          </p:cNvPr>
          <p:cNvSpPr>
            <a:spLocks/>
          </p:cNvSpPr>
          <p:nvPr/>
        </p:nvSpPr>
        <p:spPr bwMode="auto">
          <a:xfrm>
            <a:off x="1847850" y="1125539"/>
            <a:ext cx="4668838" cy="3011487"/>
          </a:xfrm>
          <a:custGeom>
            <a:avLst/>
            <a:gdLst>
              <a:gd name="T0" fmla="*/ 0 w 2941"/>
              <a:gd name="T1" fmla="*/ 1406 h 1897"/>
              <a:gd name="T2" fmla="*/ 227 w 2941"/>
              <a:gd name="T3" fmla="*/ 1769 h 1897"/>
              <a:gd name="T4" fmla="*/ 952 w 2941"/>
              <a:gd name="T5" fmla="*/ 1723 h 1897"/>
              <a:gd name="T6" fmla="*/ 1860 w 2941"/>
              <a:gd name="T7" fmla="*/ 1814 h 1897"/>
              <a:gd name="T8" fmla="*/ 2585 w 2941"/>
              <a:gd name="T9" fmla="*/ 1224 h 1897"/>
              <a:gd name="T10" fmla="*/ 2903 w 2941"/>
              <a:gd name="T11" fmla="*/ 589 h 1897"/>
              <a:gd name="T12" fmla="*/ 2812 w 2941"/>
              <a:gd name="T13" fmla="*/ 0 h 18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41" h="1897">
                <a:moveTo>
                  <a:pt x="0" y="1406"/>
                </a:moveTo>
                <a:cubicBezTo>
                  <a:pt x="34" y="1561"/>
                  <a:pt x="68" y="1716"/>
                  <a:pt x="227" y="1769"/>
                </a:cubicBezTo>
                <a:cubicBezTo>
                  <a:pt x="386" y="1822"/>
                  <a:pt x="680" y="1716"/>
                  <a:pt x="952" y="1723"/>
                </a:cubicBezTo>
                <a:cubicBezTo>
                  <a:pt x="1224" y="1730"/>
                  <a:pt x="1588" y="1897"/>
                  <a:pt x="1860" y="1814"/>
                </a:cubicBezTo>
                <a:cubicBezTo>
                  <a:pt x="2132" y="1731"/>
                  <a:pt x="2411" y="1428"/>
                  <a:pt x="2585" y="1224"/>
                </a:cubicBezTo>
                <a:cubicBezTo>
                  <a:pt x="2759" y="1020"/>
                  <a:pt x="2865" y="793"/>
                  <a:pt x="2903" y="589"/>
                </a:cubicBezTo>
                <a:cubicBezTo>
                  <a:pt x="2941" y="385"/>
                  <a:pt x="2827" y="98"/>
                  <a:pt x="281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47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Line 2">
            <a:extLst>
              <a:ext uri="{FF2B5EF4-FFF2-40B4-BE49-F238E27FC236}">
                <a16:creationId xmlns:a16="http://schemas.microsoft.com/office/drawing/2014/main" id="{46A1962E-C697-4E0A-90F5-D29487D4E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8663" y="1773239"/>
            <a:ext cx="2087562" cy="3024187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2067" name="Line 3">
            <a:extLst>
              <a:ext uri="{FF2B5EF4-FFF2-40B4-BE49-F238E27FC236}">
                <a16:creationId xmlns:a16="http://schemas.microsoft.com/office/drawing/2014/main" id="{1DAB246F-2AB7-4724-A75E-AA9FB2538C2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43475" y="3141663"/>
            <a:ext cx="865188" cy="16557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2068" name="Line 4">
            <a:extLst>
              <a:ext uri="{FF2B5EF4-FFF2-40B4-BE49-F238E27FC236}">
                <a16:creationId xmlns:a16="http://schemas.microsoft.com/office/drawing/2014/main" id="{53B4DA84-424A-4419-8415-129E4F1D12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3476" y="1773238"/>
            <a:ext cx="938213" cy="1439862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2069" name="Line 5">
            <a:extLst>
              <a:ext uri="{FF2B5EF4-FFF2-40B4-BE49-F238E27FC236}">
                <a16:creationId xmlns:a16="http://schemas.microsoft.com/office/drawing/2014/main" id="{E96B798E-BF7F-43D2-A40C-08DA206167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3213101"/>
            <a:ext cx="935037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2070" name="Line 6">
            <a:extLst>
              <a:ext uri="{FF2B5EF4-FFF2-40B4-BE49-F238E27FC236}">
                <a16:creationId xmlns:a16="http://schemas.microsoft.com/office/drawing/2014/main" id="{C91ACC08-0DE4-47EF-8831-4292CB8DCA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1773239"/>
            <a:ext cx="71437" cy="30956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2071" name="Line 7">
            <a:extLst>
              <a:ext uri="{FF2B5EF4-FFF2-40B4-BE49-F238E27FC236}">
                <a16:creationId xmlns:a16="http://schemas.microsoft.com/office/drawing/2014/main" id="{70F815C6-9489-4476-85BA-602EA622FB6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95550" y="3284539"/>
            <a:ext cx="1512888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2072" name="Line 8">
            <a:extLst>
              <a:ext uri="{FF2B5EF4-FFF2-40B4-BE49-F238E27FC236}">
                <a16:creationId xmlns:a16="http://schemas.microsoft.com/office/drawing/2014/main" id="{D8C64379-05FB-4FC8-9947-E3744711EC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96226" y="3141664"/>
            <a:ext cx="1223963" cy="158273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2073" name="Line 9">
            <a:extLst>
              <a:ext uri="{FF2B5EF4-FFF2-40B4-BE49-F238E27FC236}">
                <a16:creationId xmlns:a16="http://schemas.microsoft.com/office/drawing/2014/main" id="{F8987787-68E0-491E-8F02-DBA2EB1A8D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1539" y="4724400"/>
            <a:ext cx="1944687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2074" name="Rectangle 10">
            <a:extLst>
              <a:ext uri="{FF2B5EF4-FFF2-40B4-BE49-F238E27FC236}">
                <a16:creationId xmlns:a16="http://schemas.microsoft.com/office/drawing/2014/main" id="{2A63862F-A0CD-4375-B831-4B06A6844F3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782889" y="0"/>
            <a:ext cx="7439025" cy="1143000"/>
          </a:xfrm>
        </p:spPr>
        <p:txBody>
          <a:bodyPr/>
          <a:lstStyle/>
          <a:p>
            <a:pPr algn="l"/>
            <a:r>
              <a:rPr lang="ru-RU" altLang="ru-RU"/>
              <a:t>Алгоритм Прима шаг 5 </a:t>
            </a:r>
          </a:p>
        </p:txBody>
      </p:sp>
      <p:sp>
        <p:nvSpPr>
          <p:cNvPr id="472075" name="Rectangle 11">
            <a:extLst>
              <a:ext uri="{FF2B5EF4-FFF2-40B4-BE49-F238E27FC236}">
                <a16:creationId xmlns:a16="http://schemas.microsoft.com/office/drawing/2014/main" id="{E20D17B5-DA81-41BA-AA2B-29D082DDD0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27350" y="5805489"/>
            <a:ext cx="6624638" cy="5365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b="1"/>
              <a:t>Суммарная длина дерева = 18</a:t>
            </a:r>
          </a:p>
        </p:txBody>
      </p:sp>
      <p:sp>
        <p:nvSpPr>
          <p:cNvPr id="472076" name="Line 12">
            <a:extLst>
              <a:ext uri="{FF2B5EF4-FFF2-40B4-BE49-F238E27FC236}">
                <a16:creationId xmlns:a16="http://schemas.microsoft.com/office/drawing/2014/main" id="{BA78F5D4-32E7-41C9-89D8-393A011502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24788" y="1773239"/>
            <a:ext cx="0" cy="302418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2077" name="Line 13">
            <a:extLst>
              <a:ext uri="{FF2B5EF4-FFF2-40B4-BE49-F238E27FC236}">
                <a16:creationId xmlns:a16="http://schemas.microsoft.com/office/drawing/2014/main" id="{135A0FEE-7D75-4E62-BB69-684734605E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3964" y="4741863"/>
            <a:ext cx="2160587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2078" name="Line 14">
            <a:extLst>
              <a:ext uri="{FF2B5EF4-FFF2-40B4-BE49-F238E27FC236}">
                <a16:creationId xmlns:a16="http://schemas.microsoft.com/office/drawing/2014/main" id="{F4665844-E921-4D72-BC5A-5448EE3479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876" y="1773238"/>
            <a:ext cx="1800225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2079" name="Line 15">
            <a:extLst>
              <a:ext uri="{FF2B5EF4-FFF2-40B4-BE49-F238E27FC236}">
                <a16:creationId xmlns:a16="http://schemas.microsoft.com/office/drawing/2014/main" id="{CF31E26D-49DD-4E8D-9F59-04D1CF05B2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6988" y="1773238"/>
            <a:ext cx="1441450" cy="151130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2080" name="Oval 16">
            <a:extLst>
              <a:ext uri="{FF2B5EF4-FFF2-40B4-BE49-F238E27FC236}">
                <a16:creationId xmlns:a16="http://schemas.microsoft.com/office/drawing/2014/main" id="{DBA7BCC4-6172-4D53-A5EA-60344B4E9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4" y="2909889"/>
            <a:ext cx="720725" cy="769937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2081" name="Text Box 17">
            <a:extLst>
              <a:ext uri="{FF2B5EF4-FFF2-40B4-BE49-F238E27FC236}">
                <a16:creationId xmlns:a16="http://schemas.microsoft.com/office/drawing/2014/main" id="{F83A869D-D222-4DB2-B7D9-4C49B8A40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A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2082" name="Oval 18">
            <a:extLst>
              <a:ext uri="{FF2B5EF4-FFF2-40B4-BE49-F238E27FC236}">
                <a16:creationId xmlns:a16="http://schemas.microsoft.com/office/drawing/2014/main" id="{7AA3AC39-7401-4892-B359-FB6EBE4D4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489" y="4365625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2083" name="Text Box 19">
            <a:extLst>
              <a:ext uri="{FF2B5EF4-FFF2-40B4-BE49-F238E27FC236}">
                <a16:creationId xmlns:a16="http://schemas.microsoft.com/office/drawing/2014/main" id="{ECFF488A-B8E2-4AA4-A269-CECAE4013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76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H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2084" name="Oval 20">
            <a:extLst>
              <a:ext uri="{FF2B5EF4-FFF2-40B4-BE49-F238E27FC236}">
                <a16:creationId xmlns:a16="http://schemas.microsoft.com/office/drawing/2014/main" id="{C0991293-2A6B-4E3B-9A80-A43A82D88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4" y="4365625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2085" name="Text Box 21">
            <a:extLst>
              <a:ext uri="{FF2B5EF4-FFF2-40B4-BE49-F238E27FC236}">
                <a16:creationId xmlns:a16="http://schemas.microsoft.com/office/drawing/2014/main" id="{B9DBA0D6-625F-4C59-953E-FA77CFD50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G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2086" name="Oval 22">
            <a:extLst>
              <a:ext uri="{FF2B5EF4-FFF2-40B4-BE49-F238E27FC236}">
                <a16:creationId xmlns:a16="http://schemas.microsoft.com/office/drawing/2014/main" id="{79B289F2-8C2E-436A-9E10-F0E4C86B1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4" y="27813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2087" name="Text Box 23">
            <a:extLst>
              <a:ext uri="{FF2B5EF4-FFF2-40B4-BE49-F238E27FC236}">
                <a16:creationId xmlns:a16="http://schemas.microsoft.com/office/drawing/2014/main" id="{56ECC496-15E0-4A32-915A-B780AA683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2868614"/>
            <a:ext cx="619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I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2088" name="Line 24">
            <a:extLst>
              <a:ext uri="{FF2B5EF4-FFF2-40B4-BE49-F238E27FC236}">
                <a16:creationId xmlns:a16="http://schemas.microsoft.com/office/drawing/2014/main" id="{7FC62CE7-587D-4415-BE98-835B5B6764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8664" y="1773238"/>
            <a:ext cx="2016125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2089" name="Line 25">
            <a:extLst>
              <a:ext uri="{FF2B5EF4-FFF2-40B4-BE49-F238E27FC236}">
                <a16:creationId xmlns:a16="http://schemas.microsoft.com/office/drawing/2014/main" id="{0528EBB7-1750-4013-A240-FE528FF1ED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1764" y="1773238"/>
            <a:ext cx="1368425" cy="14398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2090" name="Oval 26">
            <a:extLst>
              <a:ext uri="{FF2B5EF4-FFF2-40B4-BE49-F238E27FC236}">
                <a16:creationId xmlns:a16="http://schemas.microsoft.com/office/drawing/2014/main" id="{016EFB8C-12ED-4361-88C6-FACBB1D56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1" y="13811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2091" name="Text Box 27">
            <a:extLst>
              <a:ext uri="{FF2B5EF4-FFF2-40B4-BE49-F238E27FC236}">
                <a16:creationId xmlns:a16="http://schemas.microsoft.com/office/drawing/2014/main" id="{3B44AB41-F207-4965-BFFE-C92DCA2DF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9" y="14684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B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2092" name="Oval 28">
            <a:extLst>
              <a:ext uri="{FF2B5EF4-FFF2-40B4-BE49-F238E27FC236}">
                <a16:creationId xmlns:a16="http://schemas.microsoft.com/office/drawing/2014/main" id="{5FA16FEB-1297-4C88-8DCF-52D27450D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1" y="434975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2093" name="Text Box 29">
            <a:extLst>
              <a:ext uri="{FF2B5EF4-FFF2-40B4-BE49-F238E27FC236}">
                <a16:creationId xmlns:a16="http://schemas.microsoft.com/office/drawing/2014/main" id="{1BDEDA2B-843C-4A2F-9193-69CF8965A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443706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F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2094" name="Oval 30">
            <a:extLst>
              <a:ext uri="{FF2B5EF4-FFF2-40B4-BE49-F238E27FC236}">
                <a16:creationId xmlns:a16="http://schemas.microsoft.com/office/drawing/2014/main" id="{EC6D936F-F177-4C2D-9D5A-7B21125D0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289" y="13970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2095" name="Text Box 31">
            <a:extLst>
              <a:ext uri="{FF2B5EF4-FFF2-40B4-BE49-F238E27FC236}">
                <a16:creationId xmlns:a16="http://schemas.microsoft.com/office/drawing/2014/main" id="{6FC59F7C-AA79-4FDA-81AE-D6F48028C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6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C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2096" name="Oval 32">
            <a:extLst>
              <a:ext uri="{FF2B5EF4-FFF2-40B4-BE49-F238E27FC236}">
                <a16:creationId xmlns:a16="http://schemas.microsoft.com/office/drawing/2014/main" id="{8A5B1E47-5BAB-431E-B58A-363D87D84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976" y="13970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2097" name="Text Box 33">
            <a:extLst>
              <a:ext uri="{FF2B5EF4-FFF2-40B4-BE49-F238E27FC236}">
                <a16:creationId xmlns:a16="http://schemas.microsoft.com/office/drawing/2014/main" id="{CE047D35-A42B-45DB-865E-C748C0808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4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D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2098" name="Oval 34">
            <a:extLst>
              <a:ext uri="{FF2B5EF4-FFF2-40B4-BE49-F238E27FC236}">
                <a16:creationId xmlns:a16="http://schemas.microsoft.com/office/drawing/2014/main" id="{69612AA6-9D48-4874-9164-73B3DD49B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389" y="27813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2099" name="Text Box 35">
            <a:extLst>
              <a:ext uri="{FF2B5EF4-FFF2-40B4-BE49-F238E27FC236}">
                <a16:creationId xmlns:a16="http://schemas.microsoft.com/office/drawing/2014/main" id="{D3BACE3F-EFCC-4765-AA72-33AD6832F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276" y="28686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E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2100" name="Text Box 36">
            <a:extLst>
              <a:ext uri="{FF2B5EF4-FFF2-40B4-BE49-F238E27FC236}">
                <a16:creationId xmlns:a16="http://schemas.microsoft.com/office/drawing/2014/main" id="{D00670EF-72F9-4F88-A72C-5B2049320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2060575"/>
            <a:ext cx="5032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2101" name="Text Box 37">
            <a:extLst>
              <a:ext uri="{FF2B5EF4-FFF2-40B4-BE49-F238E27FC236}">
                <a16:creationId xmlns:a16="http://schemas.microsoft.com/office/drawing/2014/main" id="{1EBBFFC6-4C71-4186-951C-6D538C14A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3933825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2102" name="Text Box 38">
            <a:extLst>
              <a:ext uri="{FF2B5EF4-FFF2-40B4-BE49-F238E27FC236}">
                <a16:creationId xmlns:a16="http://schemas.microsoft.com/office/drawing/2014/main" id="{1011ECF5-6D3B-4985-8EEE-6A12D2D41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2103" name="Text Box 39">
            <a:extLst>
              <a:ext uri="{FF2B5EF4-FFF2-40B4-BE49-F238E27FC236}">
                <a16:creationId xmlns:a16="http://schemas.microsoft.com/office/drawing/2014/main" id="{DE959644-32A4-49E6-8C9C-62CF0DEAA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19891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2104" name="Text Box 40">
            <a:extLst>
              <a:ext uri="{FF2B5EF4-FFF2-40B4-BE49-F238E27FC236}">
                <a16:creationId xmlns:a16="http://schemas.microsoft.com/office/drawing/2014/main" id="{C9A5BFA3-1B40-4E0B-A2E7-E5308B99D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4" y="335756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2105" name="Text Box 41">
            <a:extLst>
              <a:ext uri="{FF2B5EF4-FFF2-40B4-BE49-F238E27FC236}">
                <a16:creationId xmlns:a16="http://schemas.microsoft.com/office/drawing/2014/main" id="{D031FAA9-B69D-44DD-B5B3-9C9B22CBE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4724400"/>
            <a:ext cx="5762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2106" name="Text Box 42">
            <a:extLst>
              <a:ext uri="{FF2B5EF4-FFF2-40B4-BE49-F238E27FC236}">
                <a16:creationId xmlns:a16="http://schemas.microsoft.com/office/drawing/2014/main" id="{70D6594C-FC35-4C28-9EB0-D0736B8E8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3573464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6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2107" name="Text Box 43">
            <a:extLst>
              <a:ext uri="{FF2B5EF4-FFF2-40B4-BE49-F238E27FC236}">
                <a16:creationId xmlns:a16="http://schemas.microsoft.com/office/drawing/2014/main" id="{0A713321-BEF7-4EFC-923E-28A642036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4724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2108" name="Text Box 44">
            <a:extLst>
              <a:ext uri="{FF2B5EF4-FFF2-40B4-BE49-F238E27FC236}">
                <a16:creationId xmlns:a16="http://schemas.microsoft.com/office/drawing/2014/main" id="{63B73B9E-4788-46E8-88F5-CE6BFFF4A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2565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2109" name="Text Box 45">
            <a:extLst>
              <a:ext uri="{FF2B5EF4-FFF2-40B4-BE49-F238E27FC236}">
                <a16:creationId xmlns:a16="http://schemas.microsoft.com/office/drawing/2014/main" id="{E353C868-64EE-4000-A1CD-E33D36ED8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2110" name="Text Box 46">
            <a:extLst>
              <a:ext uri="{FF2B5EF4-FFF2-40B4-BE49-F238E27FC236}">
                <a16:creationId xmlns:a16="http://schemas.microsoft.com/office/drawing/2014/main" id="{ECB76F45-B4A2-46A7-9746-A234D259A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2111" name="Text Box 47">
            <a:extLst>
              <a:ext uri="{FF2B5EF4-FFF2-40B4-BE49-F238E27FC236}">
                <a16:creationId xmlns:a16="http://schemas.microsoft.com/office/drawing/2014/main" id="{9F21D97F-4A4A-46EE-8811-826D54ABB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191611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9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2112" name="Text Box 48">
            <a:extLst>
              <a:ext uri="{FF2B5EF4-FFF2-40B4-BE49-F238E27FC236}">
                <a16:creationId xmlns:a16="http://schemas.microsoft.com/office/drawing/2014/main" id="{2F3F9D7E-DA37-455B-91F3-E52FC10CE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788" y="2852739"/>
            <a:ext cx="7921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2113" name="Text Box 49">
            <a:extLst>
              <a:ext uri="{FF2B5EF4-FFF2-40B4-BE49-F238E27FC236}">
                <a16:creationId xmlns:a16="http://schemas.microsoft.com/office/drawing/2014/main" id="{FFE0A6C1-92B7-4E53-B902-1394CEDE9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3933825"/>
            <a:ext cx="719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10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2114" name="Freeform 50">
            <a:extLst>
              <a:ext uri="{FF2B5EF4-FFF2-40B4-BE49-F238E27FC236}">
                <a16:creationId xmlns:a16="http://schemas.microsoft.com/office/drawing/2014/main" id="{56DCD957-DD1A-4B95-89CA-C2697BDCE087}"/>
              </a:ext>
            </a:extLst>
          </p:cNvPr>
          <p:cNvSpPr>
            <a:spLocks/>
          </p:cNvSpPr>
          <p:nvPr/>
        </p:nvSpPr>
        <p:spPr bwMode="auto">
          <a:xfrm>
            <a:off x="3071813" y="1196976"/>
            <a:ext cx="5664200" cy="4259263"/>
          </a:xfrm>
          <a:custGeom>
            <a:avLst/>
            <a:gdLst>
              <a:gd name="T0" fmla="*/ 0 w 3568"/>
              <a:gd name="T1" fmla="*/ 2268 h 2683"/>
              <a:gd name="T2" fmla="*/ 363 w 3568"/>
              <a:gd name="T3" fmla="*/ 1860 h 2683"/>
              <a:gd name="T4" fmla="*/ 1043 w 3568"/>
              <a:gd name="T5" fmla="*/ 1814 h 2683"/>
              <a:gd name="T6" fmla="*/ 1633 w 3568"/>
              <a:gd name="T7" fmla="*/ 1406 h 2683"/>
              <a:gd name="T8" fmla="*/ 2313 w 3568"/>
              <a:gd name="T9" fmla="*/ 1633 h 2683"/>
              <a:gd name="T10" fmla="*/ 2631 w 3568"/>
              <a:gd name="T11" fmla="*/ 2404 h 2683"/>
              <a:gd name="T12" fmla="*/ 3130 w 3568"/>
              <a:gd name="T13" fmla="*/ 2676 h 2683"/>
              <a:gd name="T14" fmla="*/ 3493 w 3568"/>
              <a:gd name="T15" fmla="*/ 2449 h 2683"/>
              <a:gd name="T16" fmla="*/ 3447 w 3568"/>
              <a:gd name="T17" fmla="*/ 2041 h 2683"/>
              <a:gd name="T18" fmla="*/ 2767 w 3568"/>
              <a:gd name="T19" fmla="*/ 1088 h 2683"/>
              <a:gd name="T20" fmla="*/ 1996 w 3568"/>
              <a:gd name="T21" fmla="*/ 0 h 26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68" h="2683">
                <a:moveTo>
                  <a:pt x="0" y="2268"/>
                </a:moveTo>
                <a:cubicBezTo>
                  <a:pt x="94" y="2102"/>
                  <a:pt x="189" y="1936"/>
                  <a:pt x="363" y="1860"/>
                </a:cubicBezTo>
                <a:cubicBezTo>
                  <a:pt x="537" y="1784"/>
                  <a:pt x="831" y="1890"/>
                  <a:pt x="1043" y="1814"/>
                </a:cubicBezTo>
                <a:cubicBezTo>
                  <a:pt x="1255" y="1738"/>
                  <a:pt x="1421" y="1436"/>
                  <a:pt x="1633" y="1406"/>
                </a:cubicBezTo>
                <a:cubicBezTo>
                  <a:pt x="1845" y="1376"/>
                  <a:pt x="2147" y="1467"/>
                  <a:pt x="2313" y="1633"/>
                </a:cubicBezTo>
                <a:cubicBezTo>
                  <a:pt x="2479" y="1799"/>
                  <a:pt x="2495" y="2230"/>
                  <a:pt x="2631" y="2404"/>
                </a:cubicBezTo>
                <a:cubicBezTo>
                  <a:pt x="2767" y="2578"/>
                  <a:pt x="2986" y="2669"/>
                  <a:pt x="3130" y="2676"/>
                </a:cubicBezTo>
                <a:cubicBezTo>
                  <a:pt x="3274" y="2683"/>
                  <a:pt x="3440" y="2555"/>
                  <a:pt x="3493" y="2449"/>
                </a:cubicBezTo>
                <a:cubicBezTo>
                  <a:pt x="3546" y="2343"/>
                  <a:pt x="3568" y="2268"/>
                  <a:pt x="3447" y="2041"/>
                </a:cubicBezTo>
                <a:cubicBezTo>
                  <a:pt x="3326" y="1814"/>
                  <a:pt x="3009" y="1428"/>
                  <a:pt x="2767" y="1088"/>
                </a:cubicBezTo>
                <a:cubicBezTo>
                  <a:pt x="2525" y="748"/>
                  <a:pt x="2124" y="181"/>
                  <a:pt x="1996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47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Line 2">
            <a:extLst>
              <a:ext uri="{FF2B5EF4-FFF2-40B4-BE49-F238E27FC236}">
                <a16:creationId xmlns:a16="http://schemas.microsoft.com/office/drawing/2014/main" id="{72862A53-28C5-4E6D-BC25-3237BA6156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8663" y="1773239"/>
            <a:ext cx="2087562" cy="3024187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3091" name="Line 3">
            <a:extLst>
              <a:ext uri="{FF2B5EF4-FFF2-40B4-BE49-F238E27FC236}">
                <a16:creationId xmlns:a16="http://schemas.microsoft.com/office/drawing/2014/main" id="{28F28D8D-755F-4A90-907D-E7AA7D120D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43475" y="3141663"/>
            <a:ext cx="865188" cy="16557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3092" name="Line 4">
            <a:extLst>
              <a:ext uri="{FF2B5EF4-FFF2-40B4-BE49-F238E27FC236}">
                <a16:creationId xmlns:a16="http://schemas.microsoft.com/office/drawing/2014/main" id="{AD2CD88A-2626-47BE-AC89-8295AEF676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3476" y="1773238"/>
            <a:ext cx="938213" cy="1439862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3093" name="Line 5">
            <a:extLst>
              <a:ext uri="{FF2B5EF4-FFF2-40B4-BE49-F238E27FC236}">
                <a16:creationId xmlns:a16="http://schemas.microsoft.com/office/drawing/2014/main" id="{0D1DEB0E-B478-4CE2-BA5E-B2899B8A2E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3213101"/>
            <a:ext cx="935037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3094" name="Line 6">
            <a:extLst>
              <a:ext uri="{FF2B5EF4-FFF2-40B4-BE49-F238E27FC236}">
                <a16:creationId xmlns:a16="http://schemas.microsoft.com/office/drawing/2014/main" id="{4EFAEF38-47A2-45F6-8C20-8E2C055FC1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1773239"/>
            <a:ext cx="71437" cy="30956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3095" name="Line 7">
            <a:extLst>
              <a:ext uri="{FF2B5EF4-FFF2-40B4-BE49-F238E27FC236}">
                <a16:creationId xmlns:a16="http://schemas.microsoft.com/office/drawing/2014/main" id="{DF1EF6EF-670E-446E-8F08-C87DCDEC532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95550" y="3284539"/>
            <a:ext cx="1512888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3096" name="Line 8">
            <a:extLst>
              <a:ext uri="{FF2B5EF4-FFF2-40B4-BE49-F238E27FC236}">
                <a16:creationId xmlns:a16="http://schemas.microsoft.com/office/drawing/2014/main" id="{686B7AC6-9C7D-4FDC-BC9F-4271DB4D38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96226" y="3141664"/>
            <a:ext cx="1223963" cy="158273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3097" name="Line 9">
            <a:extLst>
              <a:ext uri="{FF2B5EF4-FFF2-40B4-BE49-F238E27FC236}">
                <a16:creationId xmlns:a16="http://schemas.microsoft.com/office/drawing/2014/main" id="{FE2B21F6-0C75-4D39-A287-82967C313C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1539" y="4724400"/>
            <a:ext cx="1944687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3098" name="Rectangle 10">
            <a:extLst>
              <a:ext uri="{FF2B5EF4-FFF2-40B4-BE49-F238E27FC236}">
                <a16:creationId xmlns:a16="http://schemas.microsoft.com/office/drawing/2014/main" id="{71E52813-80ED-4CAF-884D-C26EAED4B73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782889" y="0"/>
            <a:ext cx="7439025" cy="1143000"/>
          </a:xfrm>
        </p:spPr>
        <p:txBody>
          <a:bodyPr/>
          <a:lstStyle/>
          <a:p>
            <a:pPr algn="l"/>
            <a:r>
              <a:rPr lang="ru-RU" altLang="ru-RU"/>
              <a:t>Алгоритм Прима шаг 6 </a:t>
            </a:r>
          </a:p>
        </p:txBody>
      </p:sp>
      <p:sp>
        <p:nvSpPr>
          <p:cNvPr id="473099" name="Rectangle 11">
            <a:extLst>
              <a:ext uri="{FF2B5EF4-FFF2-40B4-BE49-F238E27FC236}">
                <a16:creationId xmlns:a16="http://schemas.microsoft.com/office/drawing/2014/main" id="{3ED8AA39-CF9C-4B09-895F-C0064441F3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27350" y="5805489"/>
            <a:ext cx="6624638" cy="5365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b="1"/>
              <a:t>Суммарная длина дерева = 20</a:t>
            </a:r>
          </a:p>
        </p:txBody>
      </p:sp>
      <p:sp>
        <p:nvSpPr>
          <p:cNvPr id="473100" name="Line 12">
            <a:extLst>
              <a:ext uri="{FF2B5EF4-FFF2-40B4-BE49-F238E27FC236}">
                <a16:creationId xmlns:a16="http://schemas.microsoft.com/office/drawing/2014/main" id="{570FAD44-82C8-4BB2-8F71-3881D5AF9A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24788" y="1773239"/>
            <a:ext cx="0" cy="302418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3101" name="Line 13">
            <a:extLst>
              <a:ext uri="{FF2B5EF4-FFF2-40B4-BE49-F238E27FC236}">
                <a16:creationId xmlns:a16="http://schemas.microsoft.com/office/drawing/2014/main" id="{21BC609C-AFA0-4F89-9A43-CECDCAFC19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3964" y="4741863"/>
            <a:ext cx="2160587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3102" name="Line 14">
            <a:extLst>
              <a:ext uri="{FF2B5EF4-FFF2-40B4-BE49-F238E27FC236}">
                <a16:creationId xmlns:a16="http://schemas.microsoft.com/office/drawing/2014/main" id="{24B154FB-EAE8-4B50-9FBF-23CC5CBEB8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876" y="1773238"/>
            <a:ext cx="1800225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3103" name="Line 15">
            <a:extLst>
              <a:ext uri="{FF2B5EF4-FFF2-40B4-BE49-F238E27FC236}">
                <a16:creationId xmlns:a16="http://schemas.microsoft.com/office/drawing/2014/main" id="{9BAF5F81-32A5-4CEA-BB02-E1B3774772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6988" y="1773238"/>
            <a:ext cx="1441450" cy="151130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3104" name="Oval 16">
            <a:extLst>
              <a:ext uri="{FF2B5EF4-FFF2-40B4-BE49-F238E27FC236}">
                <a16:creationId xmlns:a16="http://schemas.microsoft.com/office/drawing/2014/main" id="{73BFE67F-2363-4E4E-8EAF-A57E1BD48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4" y="2909889"/>
            <a:ext cx="720725" cy="769937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3105" name="Text Box 17">
            <a:extLst>
              <a:ext uri="{FF2B5EF4-FFF2-40B4-BE49-F238E27FC236}">
                <a16:creationId xmlns:a16="http://schemas.microsoft.com/office/drawing/2014/main" id="{478E7E1A-51EB-4C2F-8F29-323DC0DD7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A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3106" name="Oval 18">
            <a:extLst>
              <a:ext uri="{FF2B5EF4-FFF2-40B4-BE49-F238E27FC236}">
                <a16:creationId xmlns:a16="http://schemas.microsoft.com/office/drawing/2014/main" id="{14D3A575-599A-4068-B9F9-A92C7925F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489" y="4365625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3107" name="Text Box 19">
            <a:extLst>
              <a:ext uri="{FF2B5EF4-FFF2-40B4-BE49-F238E27FC236}">
                <a16:creationId xmlns:a16="http://schemas.microsoft.com/office/drawing/2014/main" id="{81CD678C-923D-4DDC-9998-DBB1E7D11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76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H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3108" name="Oval 20">
            <a:extLst>
              <a:ext uri="{FF2B5EF4-FFF2-40B4-BE49-F238E27FC236}">
                <a16:creationId xmlns:a16="http://schemas.microsoft.com/office/drawing/2014/main" id="{7F41F516-6AF2-4854-8ADF-B5438617E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4" y="43656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3109" name="Text Box 21">
            <a:extLst>
              <a:ext uri="{FF2B5EF4-FFF2-40B4-BE49-F238E27FC236}">
                <a16:creationId xmlns:a16="http://schemas.microsoft.com/office/drawing/2014/main" id="{2C495664-D86D-4647-A78C-B42499987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G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3110" name="Oval 22">
            <a:extLst>
              <a:ext uri="{FF2B5EF4-FFF2-40B4-BE49-F238E27FC236}">
                <a16:creationId xmlns:a16="http://schemas.microsoft.com/office/drawing/2014/main" id="{2758C28C-0562-4C68-B0ED-AAA70473E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4" y="27813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3111" name="Text Box 23">
            <a:extLst>
              <a:ext uri="{FF2B5EF4-FFF2-40B4-BE49-F238E27FC236}">
                <a16:creationId xmlns:a16="http://schemas.microsoft.com/office/drawing/2014/main" id="{A0AAF665-1490-44AD-ADDA-D8013AC72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2868614"/>
            <a:ext cx="619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I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3112" name="Line 24">
            <a:extLst>
              <a:ext uri="{FF2B5EF4-FFF2-40B4-BE49-F238E27FC236}">
                <a16:creationId xmlns:a16="http://schemas.microsoft.com/office/drawing/2014/main" id="{54783DDE-1A76-4033-A598-AA10E332A8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8664" y="1773238"/>
            <a:ext cx="2016125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3113" name="Line 25">
            <a:extLst>
              <a:ext uri="{FF2B5EF4-FFF2-40B4-BE49-F238E27FC236}">
                <a16:creationId xmlns:a16="http://schemas.microsoft.com/office/drawing/2014/main" id="{A023A58A-CEDC-4B0F-A8ED-138265DD295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1764" y="1773238"/>
            <a:ext cx="1368425" cy="14398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3114" name="Oval 26">
            <a:extLst>
              <a:ext uri="{FF2B5EF4-FFF2-40B4-BE49-F238E27FC236}">
                <a16:creationId xmlns:a16="http://schemas.microsoft.com/office/drawing/2014/main" id="{F63478AD-D47F-4BBF-8BFA-92B1958B9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1" y="13811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3115" name="Text Box 27">
            <a:extLst>
              <a:ext uri="{FF2B5EF4-FFF2-40B4-BE49-F238E27FC236}">
                <a16:creationId xmlns:a16="http://schemas.microsoft.com/office/drawing/2014/main" id="{1AF102D8-B053-4808-BA47-DB3DE20E2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9" y="14684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B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3116" name="Oval 28">
            <a:extLst>
              <a:ext uri="{FF2B5EF4-FFF2-40B4-BE49-F238E27FC236}">
                <a16:creationId xmlns:a16="http://schemas.microsoft.com/office/drawing/2014/main" id="{AC75EA18-5EEC-414E-BA8E-44E72BC6D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1" y="434975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3117" name="Text Box 29">
            <a:extLst>
              <a:ext uri="{FF2B5EF4-FFF2-40B4-BE49-F238E27FC236}">
                <a16:creationId xmlns:a16="http://schemas.microsoft.com/office/drawing/2014/main" id="{B545258A-FCC1-4540-AF17-959A84642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443706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F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3118" name="Oval 30">
            <a:extLst>
              <a:ext uri="{FF2B5EF4-FFF2-40B4-BE49-F238E27FC236}">
                <a16:creationId xmlns:a16="http://schemas.microsoft.com/office/drawing/2014/main" id="{A3EFA637-0C0E-4C73-BC03-DDB16F602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289" y="13970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3119" name="Text Box 31">
            <a:extLst>
              <a:ext uri="{FF2B5EF4-FFF2-40B4-BE49-F238E27FC236}">
                <a16:creationId xmlns:a16="http://schemas.microsoft.com/office/drawing/2014/main" id="{C01A6D76-47ED-4592-8601-1BB5C8913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6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C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3120" name="Oval 32">
            <a:extLst>
              <a:ext uri="{FF2B5EF4-FFF2-40B4-BE49-F238E27FC236}">
                <a16:creationId xmlns:a16="http://schemas.microsoft.com/office/drawing/2014/main" id="{222A4CD2-392B-4AD4-BF74-0E2F7F576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976" y="13970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3121" name="Text Box 33">
            <a:extLst>
              <a:ext uri="{FF2B5EF4-FFF2-40B4-BE49-F238E27FC236}">
                <a16:creationId xmlns:a16="http://schemas.microsoft.com/office/drawing/2014/main" id="{66F2B9A2-8F0F-472B-B37B-B252545C4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4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D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3122" name="Oval 34">
            <a:extLst>
              <a:ext uri="{FF2B5EF4-FFF2-40B4-BE49-F238E27FC236}">
                <a16:creationId xmlns:a16="http://schemas.microsoft.com/office/drawing/2014/main" id="{2161E71E-BA76-463E-BF62-DC4042701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389" y="27813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3123" name="Text Box 35">
            <a:extLst>
              <a:ext uri="{FF2B5EF4-FFF2-40B4-BE49-F238E27FC236}">
                <a16:creationId xmlns:a16="http://schemas.microsoft.com/office/drawing/2014/main" id="{63320753-1F05-4B1D-878F-BE3AAC580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276" y="28686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E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3124" name="Text Box 36">
            <a:extLst>
              <a:ext uri="{FF2B5EF4-FFF2-40B4-BE49-F238E27FC236}">
                <a16:creationId xmlns:a16="http://schemas.microsoft.com/office/drawing/2014/main" id="{8B391152-ADD5-4B47-9845-F73EDB9F7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2060575"/>
            <a:ext cx="5032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3125" name="Text Box 37">
            <a:extLst>
              <a:ext uri="{FF2B5EF4-FFF2-40B4-BE49-F238E27FC236}">
                <a16:creationId xmlns:a16="http://schemas.microsoft.com/office/drawing/2014/main" id="{291DB975-8418-4514-BF39-671500179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3933825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3126" name="Text Box 38">
            <a:extLst>
              <a:ext uri="{FF2B5EF4-FFF2-40B4-BE49-F238E27FC236}">
                <a16:creationId xmlns:a16="http://schemas.microsoft.com/office/drawing/2014/main" id="{D1EFD6D2-6B29-4011-AF16-FBBACA786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3127" name="Text Box 39">
            <a:extLst>
              <a:ext uri="{FF2B5EF4-FFF2-40B4-BE49-F238E27FC236}">
                <a16:creationId xmlns:a16="http://schemas.microsoft.com/office/drawing/2014/main" id="{049C54EE-9234-44CD-AF39-6C9426322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19891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3128" name="Text Box 40">
            <a:extLst>
              <a:ext uri="{FF2B5EF4-FFF2-40B4-BE49-F238E27FC236}">
                <a16:creationId xmlns:a16="http://schemas.microsoft.com/office/drawing/2014/main" id="{B850935D-7ED1-493B-A6A3-20B6730FE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4" y="335756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3129" name="Text Box 41">
            <a:extLst>
              <a:ext uri="{FF2B5EF4-FFF2-40B4-BE49-F238E27FC236}">
                <a16:creationId xmlns:a16="http://schemas.microsoft.com/office/drawing/2014/main" id="{BE4F8EB9-26A3-4E03-A8BB-EF26EE461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4724400"/>
            <a:ext cx="5762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3130" name="Text Box 42">
            <a:extLst>
              <a:ext uri="{FF2B5EF4-FFF2-40B4-BE49-F238E27FC236}">
                <a16:creationId xmlns:a16="http://schemas.microsoft.com/office/drawing/2014/main" id="{F730959A-9B58-4DE1-A802-83AE3B318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3573464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6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3131" name="Text Box 43">
            <a:extLst>
              <a:ext uri="{FF2B5EF4-FFF2-40B4-BE49-F238E27FC236}">
                <a16:creationId xmlns:a16="http://schemas.microsoft.com/office/drawing/2014/main" id="{07C0686C-1E55-4775-ABAC-FD5A9861E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4724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3132" name="Text Box 44">
            <a:extLst>
              <a:ext uri="{FF2B5EF4-FFF2-40B4-BE49-F238E27FC236}">
                <a16:creationId xmlns:a16="http://schemas.microsoft.com/office/drawing/2014/main" id="{22E13C95-7C32-41A6-98EB-20D57C477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2565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3133" name="Text Box 45">
            <a:extLst>
              <a:ext uri="{FF2B5EF4-FFF2-40B4-BE49-F238E27FC236}">
                <a16:creationId xmlns:a16="http://schemas.microsoft.com/office/drawing/2014/main" id="{0CCE4318-25F5-4787-9B14-350574B09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3134" name="Text Box 46">
            <a:extLst>
              <a:ext uri="{FF2B5EF4-FFF2-40B4-BE49-F238E27FC236}">
                <a16:creationId xmlns:a16="http://schemas.microsoft.com/office/drawing/2014/main" id="{1A1700DB-2B2D-4D61-9406-1BAA27D67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3135" name="Text Box 47">
            <a:extLst>
              <a:ext uri="{FF2B5EF4-FFF2-40B4-BE49-F238E27FC236}">
                <a16:creationId xmlns:a16="http://schemas.microsoft.com/office/drawing/2014/main" id="{15525DDA-5127-4DCB-871B-D5EFEBA97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191611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9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3136" name="Text Box 48">
            <a:extLst>
              <a:ext uri="{FF2B5EF4-FFF2-40B4-BE49-F238E27FC236}">
                <a16:creationId xmlns:a16="http://schemas.microsoft.com/office/drawing/2014/main" id="{77C2BB69-0C6F-48E1-A3CC-395E02E8B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788" y="2852739"/>
            <a:ext cx="7921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3137" name="Text Box 49">
            <a:extLst>
              <a:ext uri="{FF2B5EF4-FFF2-40B4-BE49-F238E27FC236}">
                <a16:creationId xmlns:a16="http://schemas.microsoft.com/office/drawing/2014/main" id="{C6117E9C-9AC7-46ED-8D41-CC996707B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3933825"/>
            <a:ext cx="719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10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3138" name="Freeform 50">
            <a:extLst>
              <a:ext uri="{FF2B5EF4-FFF2-40B4-BE49-F238E27FC236}">
                <a16:creationId xmlns:a16="http://schemas.microsoft.com/office/drawing/2014/main" id="{41C9C3BB-8833-4768-9885-83C66E0668CC}"/>
              </a:ext>
            </a:extLst>
          </p:cNvPr>
          <p:cNvSpPr>
            <a:spLocks/>
          </p:cNvSpPr>
          <p:nvPr/>
        </p:nvSpPr>
        <p:spPr bwMode="auto">
          <a:xfrm>
            <a:off x="2782888" y="1196975"/>
            <a:ext cx="6049962" cy="4572000"/>
          </a:xfrm>
          <a:custGeom>
            <a:avLst/>
            <a:gdLst>
              <a:gd name="T0" fmla="*/ 0 w 3811"/>
              <a:gd name="T1" fmla="*/ 2359 h 2880"/>
              <a:gd name="T2" fmla="*/ 499 w 3811"/>
              <a:gd name="T3" fmla="*/ 1860 h 2880"/>
              <a:gd name="T4" fmla="*/ 1225 w 3811"/>
              <a:gd name="T5" fmla="*/ 1860 h 2880"/>
              <a:gd name="T6" fmla="*/ 1769 w 3811"/>
              <a:gd name="T7" fmla="*/ 2721 h 2880"/>
              <a:gd name="T8" fmla="*/ 2677 w 3811"/>
              <a:gd name="T9" fmla="*/ 2812 h 2880"/>
              <a:gd name="T10" fmla="*/ 3539 w 3811"/>
              <a:gd name="T11" fmla="*/ 2676 h 2880"/>
              <a:gd name="T12" fmla="*/ 3720 w 3811"/>
              <a:gd name="T13" fmla="*/ 2177 h 2880"/>
              <a:gd name="T14" fmla="*/ 2994 w 3811"/>
              <a:gd name="T15" fmla="*/ 952 h 2880"/>
              <a:gd name="T16" fmla="*/ 2042 w 3811"/>
              <a:gd name="T17" fmla="*/ 0 h 28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11" h="2880">
                <a:moveTo>
                  <a:pt x="0" y="2359"/>
                </a:moveTo>
                <a:cubicBezTo>
                  <a:pt x="147" y="2151"/>
                  <a:pt x="295" y="1943"/>
                  <a:pt x="499" y="1860"/>
                </a:cubicBezTo>
                <a:cubicBezTo>
                  <a:pt x="703" y="1777"/>
                  <a:pt x="1013" y="1716"/>
                  <a:pt x="1225" y="1860"/>
                </a:cubicBezTo>
                <a:cubicBezTo>
                  <a:pt x="1437" y="2004"/>
                  <a:pt x="1527" y="2562"/>
                  <a:pt x="1769" y="2721"/>
                </a:cubicBezTo>
                <a:cubicBezTo>
                  <a:pt x="2011" y="2880"/>
                  <a:pt x="2382" y="2820"/>
                  <a:pt x="2677" y="2812"/>
                </a:cubicBezTo>
                <a:cubicBezTo>
                  <a:pt x="2972" y="2804"/>
                  <a:pt x="3365" y="2782"/>
                  <a:pt x="3539" y="2676"/>
                </a:cubicBezTo>
                <a:cubicBezTo>
                  <a:pt x="3713" y="2570"/>
                  <a:pt x="3811" y="2464"/>
                  <a:pt x="3720" y="2177"/>
                </a:cubicBezTo>
                <a:cubicBezTo>
                  <a:pt x="3629" y="1890"/>
                  <a:pt x="3274" y="1315"/>
                  <a:pt x="2994" y="952"/>
                </a:cubicBezTo>
                <a:cubicBezTo>
                  <a:pt x="2714" y="589"/>
                  <a:pt x="2201" y="159"/>
                  <a:pt x="204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473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Line 2">
            <a:extLst>
              <a:ext uri="{FF2B5EF4-FFF2-40B4-BE49-F238E27FC236}">
                <a16:creationId xmlns:a16="http://schemas.microsoft.com/office/drawing/2014/main" id="{F4828246-61B5-4200-B8F1-755B6F7E4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8663" y="1773239"/>
            <a:ext cx="2087562" cy="3024187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4115" name="Line 3">
            <a:extLst>
              <a:ext uri="{FF2B5EF4-FFF2-40B4-BE49-F238E27FC236}">
                <a16:creationId xmlns:a16="http://schemas.microsoft.com/office/drawing/2014/main" id="{DB48874E-F0C5-4B2D-A7A2-9B1C7A36B2A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43475" y="3141663"/>
            <a:ext cx="865188" cy="16557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4116" name="Line 4">
            <a:extLst>
              <a:ext uri="{FF2B5EF4-FFF2-40B4-BE49-F238E27FC236}">
                <a16:creationId xmlns:a16="http://schemas.microsoft.com/office/drawing/2014/main" id="{BCF0AE8B-423F-49FE-BFBC-0E7789037F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3476" y="1773238"/>
            <a:ext cx="938213" cy="1439862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4117" name="Line 5">
            <a:extLst>
              <a:ext uri="{FF2B5EF4-FFF2-40B4-BE49-F238E27FC236}">
                <a16:creationId xmlns:a16="http://schemas.microsoft.com/office/drawing/2014/main" id="{26F9C274-F95C-49DD-916E-D9BB28B5D3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3213101"/>
            <a:ext cx="935037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4118" name="Line 6">
            <a:extLst>
              <a:ext uri="{FF2B5EF4-FFF2-40B4-BE49-F238E27FC236}">
                <a16:creationId xmlns:a16="http://schemas.microsoft.com/office/drawing/2014/main" id="{1D0085F6-F02B-4AD3-9A90-7FC43D7881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1773239"/>
            <a:ext cx="71437" cy="30956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4119" name="Line 7">
            <a:extLst>
              <a:ext uri="{FF2B5EF4-FFF2-40B4-BE49-F238E27FC236}">
                <a16:creationId xmlns:a16="http://schemas.microsoft.com/office/drawing/2014/main" id="{1DD8C60D-CDD2-407E-B383-37F4E6D8787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95550" y="3284539"/>
            <a:ext cx="1512888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4120" name="Line 8">
            <a:extLst>
              <a:ext uri="{FF2B5EF4-FFF2-40B4-BE49-F238E27FC236}">
                <a16:creationId xmlns:a16="http://schemas.microsoft.com/office/drawing/2014/main" id="{E862695A-A902-4B04-8D79-CB7159280A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96226" y="3141664"/>
            <a:ext cx="1223963" cy="158273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4121" name="Line 9">
            <a:extLst>
              <a:ext uri="{FF2B5EF4-FFF2-40B4-BE49-F238E27FC236}">
                <a16:creationId xmlns:a16="http://schemas.microsoft.com/office/drawing/2014/main" id="{5047E9C1-CE72-454E-B8B9-9632160FB8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1539" y="4724400"/>
            <a:ext cx="1944687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4122" name="Rectangle 10">
            <a:extLst>
              <a:ext uri="{FF2B5EF4-FFF2-40B4-BE49-F238E27FC236}">
                <a16:creationId xmlns:a16="http://schemas.microsoft.com/office/drawing/2014/main" id="{959DD8F6-F9CD-4883-9985-800796CE2ED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782889" y="0"/>
            <a:ext cx="7439025" cy="1143000"/>
          </a:xfrm>
        </p:spPr>
        <p:txBody>
          <a:bodyPr/>
          <a:lstStyle/>
          <a:p>
            <a:pPr algn="l"/>
            <a:r>
              <a:rPr lang="ru-RU" altLang="ru-RU"/>
              <a:t>Алгоритм Прима шаг 7 </a:t>
            </a:r>
          </a:p>
        </p:txBody>
      </p:sp>
      <p:sp>
        <p:nvSpPr>
          <p:cNvPr id="474123" name="Rectangle 11">
            <a:extLst>
              <a:ext uri="{FF2B5EF4-FFF2-40B4-BE49-F238E27FC236}">
                <a16:creationId xmlns:a16="http://schemas.microsoft.com/office/drawing/2014/main" id="{2C305122-4501-4C7E-AC64-14AE3A3099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27350" y="5805489"/>
            <a:ext cx="6624638" cy="5365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b="1"/>
              <a:t>Суммарная длина дерева = 21</a:t>
            </a:r>
          </a:p>
        </p:txBody>
      </p:sp>
      <p:sp>
        <p:nvSpPr>
          <p:cNvPr id="474124" name="Line 12">
            <a:extLst>
              <a:ext uri="{FF2B5EF4-FFF2-40B4-BE49-F238E27FC236}">
                <a16:creationId xmlns:a16="http://schemas.microsoft.com/office/drawing/2014/main" id="{3C0AE86E-B622-45EB-9261-10A4CE0EFF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24788" y="1773239"/>
            <a:ext cx="0" cy="302418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4125" name="Line 13">
            <a:extLst>
              <a:ext uri="{FF2B5EF4-FFF2-40B4-BE49-F238E27FC236}">
                <a16:creationId xmlns:a16="http://schemas.microsoft.com/office/drawing/2014/main" id="{3C6FB203-1DA5-4825-8CFA-4A41EE3588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3964" y="4741863"/>
            <a:ext cx="2160587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4126" name="Line 14">
            <a:extLst>
              <a:ext uri="{FF2B5EF4-FFF2-40B4-BE49-F238E27FC236}">
                <a16:creationId xmlns:a16="http://schemas.microsoft.com/office/drawing/2014/main" id="{DBCFCB93-B523-4F5E-9BDD-7CEB7450D5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876" y="1773238"/>
            <a:ext cx="1800225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4127" name="Line 15">
            <a:extLst>
              <a:ext uri="{FF2B5EF4-FFF2-40B4-BE49-F238E27FC236}">
                <a16:creationId xmlns:a16="http://schemas.microsoft.com/office/drawing/2014/main" id="{BCDE3E0E-A15E-484A-86FD-193E870759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6988" y="1773238"/>
            <a:ext cx="1441450" cy="151130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4128" name="Oval 16">
            <a:extLst>
              <a:ext uri="{FF2B5EF4-FFF2-40B4-BE49-F238E27FC236}">
                <a16:creationId xmlns:a16="http://schemas.microsoft.com/office/drawing/2014/main" id="{4DE02BF5-BD69-4C47-9B0C-0D562D2D5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4" y="2909889"/>
            <a:ext cx="720725" cy="769937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4129" name="Text Box 17">
            <a:extLst>
              <a:ext uri="{FF2B5EF4-FFF2-40B4-BE49-F238E27FC236}">
                <a16:creationId xmlns:a16="http://schemas.microsoft.com/office/drawing/2014/main" id="{F43F6F96-A508-44D1-9466-4416F4A60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A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4130" name="Oval 18">
            <a:extLst>
              <a:ext uri="{FF2B5EF4-FFF2-40B4-BE49-F238E27FC236}">
                <a16:creationId xmlns:a16="http://schemas.microsoft.com/office/drawing/2014/main" id="{0299CCCC-A184-4DC9-B9F9-04CE6C767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489" y="43656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4131" name="Text Box 19">
            <a:extLst>
              <a:ext uri="{FF2B5EF4-FFF2-40B4-BE49-F238E27FC236}">
                <a16:creationId xmlns:a16="http://schemas.microsoft.com/office/drawing/2014/main" id="{F0FF6C18-A302-4849-86BD-C72E8D509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76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H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4132" name="Oval 20">
            <a:extLst>
              <a:ext uri="{FF2B5EF4-FFF2-40B4-BE49-F238E27FC236}">
                <a16:creationId xmlns:a16="http://schemas.microsoft.com/office/drawing/2014/main" id="{FF0DC517-BCBB-4680-B394-A775846AF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4" y="43656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4133" name="Text Box 21">
            <a:extLst>
              <a:ext uri="{FF2B5EF4-FFF2-40B4-BE49-F238E27FC236}">
                <a16:creationId xmlns:a16="http://schemas.microsoft.com/office/drawing/2014/main" id="{229FDF05-9AD8-4F58-85C1-E92CB6BF3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G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4134" name="Oval 22">
            <a:extLst>
              <a:ext uri="{FF2B5EF4-FFF2-40B4-BE49-F238E27FC236}">
                <a16:creationId xmlns:a16="http://schemas.microsoft.com/office/drawing/2014/main" id="{F8961E6A-68BC-48E0-A8FD-8A6C18E57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4" y="27813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4135" name="Text Box 23">
            <a:extLst>
              <a:ext uri="{FF2B5EF4-FFF2-40B4-BE49-F238E27FC236}">
                <a16:creationId xmlns:a16="http://schemas.microsoft.com/office/drawing/2014/main" id="{1FF983D7-E28F-41F8-BECE-AFF3A7697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2868614"/>
            <a:ext cx="619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I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4136" name="Line 24">
            <a:extLst>
              <a:ext uri="{FF2B5EF4-FFF2-40B4-BE49-F238E27FC236}">
                <a16:creationId xmlns:a16="http://schemas.microsoft.com/office/drawing/2014/main" id="{E3BF4A58-B362-4220-87B2-7F9D171970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8664" y="1773238"/>
            <a:ext cx="2016125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4137" name="Line 25">
            <a:extLst>
              <a:ext uri="{FF2B5EF4-FFF2-40B4-BE49-F238E27FC236}">
                <a16:creationId xmlns:a16="http://schemas.microsoft.com/office/drawing/2014/main" id="{F367E38C-FF44-4760-AB22-867916A094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1764" y="1773238"/>
            <a:ext cx="1368425" cy="14398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4138" name="Oval 26">
            <a:extLst>
              <a:ext uri="{FF2B5EF4-FFF2-40B4-BE49-F238E27FC236}">
                <a16:creationId xmlns:a16="http://schemas.microsoft.com/office/drawing/2014/main" id="{1FB17CC4-77A1-447C-9427-99CB4DC58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1" y="13811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4139" name="Text Box 27">
            <a:extLst>
              <a:ext uri="{FF2B5EF4-FFF2-40B4-BE49-F238E27FC236}">
                <a16:creationId xmlns:a16="http://schemas.microsoft.com/office/drawing/2014/main" id="{40E8C59A-951F-4589-B0DC-1FF68F309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9" y="14684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B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4140" name="Oval 28">
            <a:extLst>
              <a:ext uri="{FF2B5EF4-FFF2-40B4-BE49-F238E27FC236}">
                <a16:creationId xmlns:a16="http://schemas.microsoft.com/office/drawing/2014/main" id="{1300C04F-D49F-486F-AC2C-CA74432C9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1" y="434975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4141" name="Text Box 29">
            <a:extLst>
              <a:ext uri="{FF2B5EF4-FFF2-40B4-BE49-F238E27FC236}">
                <a16:creationId xmlns:a16="http://schemas.microsoft.com/office/drawing/2014/main" id="{70670DE7-97E1-4C82-9607-9C38116E1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443706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F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4142" name="Oval 30">
            <a:extLst>
              <a:ext uri="{FF2B5EF4-FFF2-40B4-BE49-F238E27FC236}">
                <a16:creationId xmlns:a16="http://schemas.microsoft.com/office/drawing/2014/main" id="{3C2574CA-A129-4B54-9369-4176287C5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289" y="13970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4143" name="Text Box 31">
            <a:extLst>
              <a:ext uri="{FF2B5EF4-FFF2-40B4-BE49-F238E27FC236}">
                <a16:creationId xmlns:a16="http://schemas.microsoft.com/office/drawing/2014/main" id="{AC1EDB6B-952C-40DF-B367-92542CBC8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6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C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4144" name="Oval 32">
            <a:extLst>
              <a:ext uri="{FF2B5EF4-FFF2-40B4-BE49-F238E27FC236}">
                <a16:creationId xmlns:a16="http://schemas.microsoft.com/office/drawing/2014/main" id="{2B420F2E-D682-4116-B5C2-86ABF1099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976" y="13970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4145" name="Text Box 33">
            <a:extLst>
              <a:ext uri="{FF2B5EF4-FFF2-40B4-BE49-F238E27FC236}">
                <a16:creationId xmlns:a16="http://schemas.microsoft.com/office/drawing/2014/main" id="{BF17367E-49F5-4B17-B7EC-AAD1360E7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4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D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4146" name="Oval 34">
            <a:extLst>
              <a:ext uri="{FF2B5EF4-FFF2-40B4-BE49-F238E27FC236}">
                <a16:creationId xmlns:a16="http://schemas.microsoft.com/office/drawing/2014/main" id="{0287B331-DDD6-42E5-A1C0-93642D92A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389" y="27813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4147" name="Text Box 35">
            <a:extLst>
              <a:ext uri="{FF2B5EF4-FFF2-40B4-BE49-F238E27FC236}">
                <a16:creationId xmlns:a16="http://schemas.microsoft.com/office/drawing/2014/main" id="{969F4DDD-4B47-4CD4-BABB-53662E6AB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276" y="28686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E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4148" name="Text Box 36">
            <a:extLst>
              <a:ext uri="{FF2B5EF4-FFF2-40B4-BE49-F238E27FC236}">
                <a16:creationId xmlns:a16="http://schemas.microsoft.com/office/drawing/2014/main" id="{7591FD4B-E8FD-4F25-B7AF-AFE62F7A7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2060575"/>
            <a:ext cx="5032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4149" name="Text Box 37">
            <a:extLst>
              <a:ext uri="{FF2B5EF4-FFF2-40B4-BE49-F238E27FC236}">
                <a16:creationId xmlns:a16="http://schemas.microsoft.com/office/drawing/2014/main" id="{BB6784AD-39FE-440D-AC35-4B90D1657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3933825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4150" name="Text Box 38">
            <a:extLst>
              <a:ext uri="{FF2B5EF4-FFF2-40B4-BE49-F238E27FC236}">
                <a16:creationId xmlns:a16="http://schemas.microsoft.com/office/drawing/2014/main" id="{F0CBCB7A-A430-4877-A8AB-9AC202441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4151" name="Text Box 39">
            <a:extLst>
              <a:ext uri="{FF2B5EF4-FFF2-40B4-BE49-F238E27FC236}">
                <a16:creationId xmlns:a16="http://schemas.microsoft.com/office/drawing/2014/main" id="{830128B0-07E1-4E2E-A776-EA1193BC4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19891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4152" name="Text Box 40">
            <a:extLst>
              <a:ext uri="{FF2B5EF4-FFF2-40B4-BE49-F238E27FC236}">
                <a16:creationId xmlns:a16="http://schemas.microsoft.com/office/drawing/2014/main" id="{F6FD1366-25DD-4DF3-805E-00AB2A775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4" y="335756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4153" name="Text Box 41">
            <a:extLst>
              <a:ext uri="{FF2B5EF4-FFF2-40B4-BE49-F238E27FC236}">
                <a16:creationId xmlns:a16="http://schemas.microsoft.com/office/drawing/2014/main" id="{14C36828-BF2F-4538-A32F-61F1A3338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4724400"/>
            <a:ext cx="5762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4154" name="Text Box 42">
            <a:extLst>
              <a:ext uri="{FF2B5EF4-FFF2-40B4-BE49-F238E27FC236}">
                <a16:creationId xmlns:a16="http://schemas.microsoft.com/office/drawing/2014/main" id="{F309332B-A887-4619-A719-DB51C6368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3573464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6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4155" name="Text Box 43">
            <a:extLst>
              <a:ext uri="{FF2B5EF4-FFF2-40B4-BE49-F238E27FC236}">
                <a16:creationId xmlns:a16="http://schemas.microsoft.com/office/drawing/2014/main" id="{06F65FCD-05E7-4769-A4F6-68FE2756E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4724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4156" name="Text Box 44">
            <a:extLst>
              <a:ext uri="{FF2B5EF4-FFF2-40B4-BE49-F238E27FC236}">
                <a16:creationId xmlns:a16="http://schemas.microsoft.com/office/drawing/2014/main" id="{ADCB2DB0-F69F-40DF-B534-A4EB1EAB7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2565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4157" name="Text Box 45">
            <a:extLst>
              <a:ext uri="{FF2B5EF4-FFF2-40B4-BE49-F238E27FC236}">
                <a16:creationId xmlns:a16="http://schemas.microsoft.com/office/drawing/2014/main" id="{4A89747E-BCE5-4946-926F-2B9314404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4158" name="Text Box 46">
            <a:extLst>
              <a:ext uri="{FF2B5EF4-FFF2-40B4-BE49-F238E27FC236}">
                <a16:creationId xmlns:a16="http://schemas.microsoft.com/office/drawing/2014/main" id="{8881AE6C-21C2-4EFC-8660-30CAD81C4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4159" name="Text Box 47">
            <a:extLst>
              <a:ext uri="{FF2B5EF4-FFF2-40B4-BE49-F238E27FC236}">
                <a16:creationId xmlns:a16="http://schemas.microsoft.com/office/drawing/2014/main" id="{578A6101-3667-4F71-AC3D-B6A2E95D8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191611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9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4160" name="Text Box 48">
            <a:extLst>
              <a:ext uri="{FF2B5EF4-FFF2-40B4-BE49-F238E27FC236}">
                <a16:creationId xmlns:a16="http://schemas.microsoft.com/office/drawing/2014/main" id="{1FA24307-FF8F-4EFB-953D-E5A49165F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788" y="2852739"/>
            <a:ext cx="7921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4161" name="Text Box 49">
            <a:extLst>
              <a:ext uri="{FF2B5EF4-FFF2-40B4-BE49-F238E27FC236}">
                <a16:creationId xmlns:a16="http://schemas.microsoft.com/office/drawing/2014/main" id="{83C14CBF-95E4-4F1B-8625-C025148B7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3933825"/>
            <a:ext cx="719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10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4162" name="Freeform 50">
            <a:extLst>
              <a:ext uri="{FF2B5EF4-FFF2-40B4-BE49-F238E27FC236}">
                <a16:creationId xmlns:a16="http://schemas.microsoft.com/office/drawing/2014/main" id="{2EDC22D5-A640-4416-991D-0CFDA1878A55}"/>
              </a:ext>
            </a:extLst>
          </p:cNvPr>
          <p:cNvSpPr>
            <a:spLocks/>
          </p:cNvSpPr>
          <p:nvPr/>
        </p:nvSpPr>
        <p:spPr bwMode="auto">
          <a:xfrm>
            <a:off x="5591175" y="1052513"/>
            <a:ext cx="3049588" cy="4392612"/>
          </a:xfrm>
          <a:custGeom>
            <a:avLst/>
            <a:gdLst>
              <a:gd name="T0" fmla="*/ 1679 w 1921"/>
              <a:gd name="T1" fmla="*/ 2767 h 2767"/>
              <a:gd name="T2" fmla="*/ 1860 w 1921"/>
              <a:gd name="T3" fmla="*/ 2450 h 2767"/>
              <a:gd name="T4" fmla="*/ 1815 w 1921"/>
              <a:gd name="T5" fmla="*/ 2087 h 2767"/>
              <a:gd name="T6" fmla="*/ 1225 w 1921"/>
              <a:gd name="T7" fmla="*/ 1270 h 2767"/>
              <a:gd name="T8" fmla="*/ 908 w 1921"/>
              <a:gd name="T9" fmla="*/ 726 h 2767"/>
              <a:gd name="T10" fmla="*/ 409 w 1921"/>
              <a:gd name="T11" fmla="*/ 136 h 2767"/>
              <a:gd name="T12" fmla="*/ 0 w 1921"/>
              <a:gd name="T13" fmla="*/ 0 h 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21" h="2767">
                <a:moveTo>
                  <a:pt x="1679" y="2767"/>
                </a:moveTo>
                <a:cubicBezTo>
                  <a:pt x="1758" y="2665"/>
                  <a:pt x="1837" y="2563"/>
                  <a:pt x="1860" y="2450"/>
                </a:cubicBezTo>
                <a:cubicBezTo>
                  <a:pt x="1883" y="2337"/>
                  <a:pt x="1921" y="2284"/>
                  <a:pt x="1815" y="2087"/>
                </a:cubicBezTo>
                <a:cubicBezTo>
                  <a:pt x="1709" y="1890"/>
                  <a:pt x="1376" y="1497"/>
                  <a:pt x="1225" y="1270"/>
                </a:cubicBezTo>
                <a:cubicBezTo>
                  <a:pt x="1074" y="1043"/>
                  <a:pt x="1044" y="915"/>
                  <a:pt x="908" y="726"/>
                </a:cubicBezTo>
                <a:cubicBezTo>
                  <a:pt x="772" y="537"/>
                  <a:pt x="560" y="257"/>
                  <a:pt x="409" y="136"/>
                </a:cubicBezTo>
                <a:cubicBezTo>
                  <a:pt x="258" y="15"/>
                  <a:pt x="68" y="23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47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Line 2">
            <a:extLst>
              <a:ext uri="{FF2B5EF4-FFF2-40B4-BE49-F238E27FC236}">
                <a16:creationId xmlns:a16="http://schemas.microsoft.com/office/drawing/2014/main" id="{4DC7C6FD-C73D-425D-B950-7F9EE36AAB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8663" y="1773239"/>
            <a:ext cx="2087562" cy="3024187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5139" name="Line 3">
            <a:extLst>
              <a:ext uri="{FF2B5EF4-FFF2-40B4-BE49-F238E27FC236}">
                <a16:creationId xmlns:a16="http://schemas.microsoft.com/office/drawing/2014/main" id="{B8AC9800-D62A-4246-81B5-F126409D882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43475" y="3141663"/>
            <a:ext cx="865188" cy="16557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5140" name="Line 4">
            <a:extLst>
              <a:ext uri="{FF2B5EF4-FFF2-40B4-BE49-F238E27FC236}">
                <a16:creationId xmlns:a16="http://schemas.microsoft.com/office/drawing/2014/main" id="{BADE166B-373C-42D9-80A6-1324864E26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3476" y="1773238"/>
            <a:ext cx="938213" cy="1439862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5141" name="Line 5">
            <a:extLst>
              <a:ext uri="{FF2B5EF4-FFF2-40B4-BE49-F238E27FC236}">
                <a16:creationId xmlns:a16="http://schemas.microsoft.com/office/drawing/2014/main" id="{DDC03A27-1710-4CCD-942C-A3A5E36816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3213101"/>
            <a:ext cx="935037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5142" name="Line 6">
            <a:extLst>
              <a:ext uri="{FF2B5EF4-FFF2-40B4-BE49-F238E27FC236}">
                <a16:creationId xmlns:a16="http://schemas.microsoft.com/office/drawing/2014/main" id="{C1928547-086D-4F16-9EC2-CFBA1CCCBF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1773239"/>
            <a:ext cx="71437" cy="30956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5143" name="Line 7">
            <a:extLst>
              <a:ext uri="{FF2B5EF4-FFF2-40B4-BE49-F238E27FC236}">
                <a16:creationId xmlns:a16="http://schemas.microsoft.com/office/drawing/2014/main" id="{758ACC64-3111-4476-A135-87B2D2F5412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95550" y="3284539"/>
            <a:ext cx="1512888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5144" name="Line 8">
            <a:extLst>
              <a:ext uri="{FF2B5EF4-FFF2-40B4-BE49-F238E27FC236}">
                <a16:creationId xmlns:a16="http://schemas.microsoft.com/office/drawing/2014/main" id="{A7154799-3AD1-4036-815C-78E50233B9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96226" y="3141664"/>
            <a:ext cx="1223963" cy="158273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5145" name="Line 9">
            <a:extLst>
              <a:ext uri="{FF2B5EF4-FFF2-40B4-BE49-F238E27FC236}">
                <a16:creationId xmlns:a16="http://schemas.microsoft.com/office/drawing/2014/main" id="{8ABF5145-FFCF-4DBD-B1E8-93B76E216E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1539" y="4724400"/>
            <a:ext cx="1944687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5146" name="Rectangle 10">
            <a:extLst>
              <a:ext uri="{FF2B5EF4-FFF2-40B4-BE49-F238E27FC236}">
                <a16:creationId xmlns:a16="http://schemas.microsoft.com/office/drawing/2014/main" id="{42CB9247-915A-4901-8D80-E88628B9FF3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782889" y="0"/>
            <a:ext cx="7439025" cy="1143000"/>
          </a:xfrm>
        </p:spPr>
        <p:txBody>
          <a:bodyPr/>
          <a:lstStyle/>
          <a:p>
            <a:pPr algn="l"/>
            <a:r>
              <a:rPr lang="ru-RU" altLang="ru-RU"/>
              <a:t>Алгоритм Прима шаг 8 </a:t>
            </a:r>
          </a:p>
        </p:txBody>
      </p:sp>
      <p:sp>
        <p:nvSpPr>
          <p:cNvPr id="475147" name="Rectangle 11">
            <a:extLst>
              <a:ext uri="{FF2B5EF4-FFF2-40B4-BE49-F238E27FC236}">
                <a16:creationId xmlns:a16="http://schemas.microsoft.com/office/drawing/2014/main" id="{B9A4E917-5791-4860-AE68-A2603DC88C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27350" y="5805489"/>
            <a:ext cx="6624638" cy="5365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b="1"/>
              <a:t>Суммарная длина дерева = 28</a:t>
            </a:r>
          </a:p>
        </p:txBody>
      </p:sp>
      <p:sp>
        <p:nvSpPr>
          <p:cNvPr id="475148" name="Line 12">
            <a:extLst>
              <a:ext uri="{FF2B5EF4-FFF2-40B4-BE49-F238E27FC236}">
                <a16:creationId xmlns:a16="http://schemas.microsoft.com/office/drawing/2014/main" id="{9D5BE4C9-C36F-4D90-9E1B-333FB4771A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24788" y="1773239"/>
            <a:ext cx="0" cy="302418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5149" name="Line 13">
            <a:extLst>
              <a:ext uri="{FF2B5EF4-FFF2-40B4-BE49-F238E27FC236}">
                <a16:creationId xmlns:a16="http://schemas.microsoft.com/office/drawing/2014/main" id="{513CEBD0-43C9-4DEC-B4B3-5602DFDD98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3964" y="4741863"/>
            <a:ext cx="2160587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5150" name="Line 14">
            <a:extLst>
              <a:ext uri="{FF2B5EF4-FFF2-40B4-BE49-F238E27FC236}">
                <a16:creationId xmlns:a16="http://schemas.microsoft.com/office/drawing/2014/main" id="{28AD8D47-82BE-4441-AB5D-2938107D31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876" y="1773238"/>
            <a:ext cx="1800225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5151" name="Line 15">
            <a:extLst>
              <a:ext uri="{FF2B5EF4-FFF2-40B4-BE49-F238E27FC236}">
                <a16:creationId xmlns:a16="http://schemas.microsoft.com/office/drawing/2014/main" id="{CD3904C2-E47F-42E0-8956-4B633E37BA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6988" y="1773238"/>
            <a:ext cx="1441450" cy="151130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5152" name="Oval 16">
            <a:extLst>
              <a:ext uri="{FF2B5EF4-FFF2-40B4-BE49-F238E27FC236}">
                <a16:creationId xmlns:a16="http://schemas.microsoft.com/office/drawing/2014/main" id="{8A053192-0B1C-47B7-B083-6599DC879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4" y="2909889"/>
            <a:ext cx="720725" cy="769937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5153" name="Text Box 17">
            <a:extLst>
              <a:ext uri="{FF2B5EF4-FFF2-40B4-BE49-F238E27FC236}">
                <a16:creationId xmlns:a16="http://schemas.microsoft.com/office/drawing/2014/main" id="{2C3C4268-FEBD-49C3-B61C-7124D4AFB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A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5154" name="Oval 18">
            <a:extLst>
              <a:ext uri="{FF2B5EF4-FFF2-40B4-BE49-F238E27FC236}">
                <a16:creationId xmlns:a16="http://schemas.microsoft.com/office/drawing/2014/main" id="{5A47421D-4724-4F91-A77F-F007D52E8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489" y="43656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5155" name="Text Box 19">
            <a:extLst>
              <a:ext uri="{FF2B5EF4-FFF2-40B4-BE49-F238E27FC236}">
                <a16:creationId xmlns:a16="http://schemas.microsoft.com/office/drawing/2014/main" id="{279E8FC8-A2BB-4822-ACDF-F29AA91FB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76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H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5156" name="Oval 20">
            <a:extLst>
              <a:ext uri="{FF2B5EF4-FFF2-40B4-BE49-F238E27FC236}">
                <a16:creationId xmlns:a16="http://schemas.microsoft.com/office/drawing/2014/main" id="{B802EC12-F2D2-43DF-AC33-DBE0EC39D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4" y="43656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5157" name="Text Box 21">
            <a:extLst>
              <a:ext uri="{FF2B5EF4-FFF2-40B4-BE49-F238E27FC236}">
                <a16:creationId xmlns:a16="http://schemas.microsoft.com/office/drawing/2014/main" id="{05B994FA-2AB3-4425-9CC9-423FA58B3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G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5158" name="Oval 22">
            <a:extLst>
              <a:ext uri="{FF2B5EF4-FFF2-40B4-BE49-F238E27FC236}">
                <a16:creationId xmlns:a16="http://schemas.microsoft.com/office/drawing/2014/main" id="{BBCAA55D-0AE6-48B2-901C-087F108AE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4" y="27813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5159" name="Text Box 23">
            <a:extLst>
              <a:ext uri="{FF2B5EF4-FFF2-40B4-BE49-F238E27FC236}">
                <a16:creationId xmlns:a16="http://schemas.microsoft.com/office/drawing/2014/main" id="{F182EA14-6133-4D38-BB2B-DFD1466CF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2868614"/>
            <a:ext cx="619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I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5160" name="Line 24">
            <a:extLst>
              <a:ext uri="{FF2B5EF4-FFF2-40B4-BE49-F238E27FC236}">
                <a16:creationId xmlns:a16="http://schemas.microsoft.com/office/drawing/2014/main" id="{8B03B8C9-D0B1-4A88-A369-B454781D2C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8664" y="1773238"/>
            <a:ext cx="2016125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5161" name="Line 25">
            <a:extLst>
              <a:ext uri="{FF2B5EF4-FFF2-40B4-BE49-F238E27FC236}">
                <a16:creationId xmlns:a16="http://schemas.microsoft.com/office/drawing/2014/main" id="{ADFA8DE0-057F-4944-A641-3BB6B7B53F8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1764" y="1773238"/>
            <a:ext cx="1368425" cy="14398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5162" name="Oval 26">
            <a:extLst>
              <a:ext uri="{FF2B5EF4-FFF2-40B4-BE49-F238E27FC236}">
                <a16:creationId xmlns:a16="http://schemas.microsoft.com/office/drawing/2014/main" id="{A666516B-E4FB-4385-B8FB-6AA716B29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1" y="13811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5163" name="Text Box 27">
            <a:extLst>
              <a:ext uri="{FF2B5EF4-FFF2-40B4-BE49-F238E27FC236}">
                <a16:creationId xmlns:a16="http://schemas.microsoft.com/office/drawing/2014/main" id="{0B95DEC3-E4DD-4C9A-8A34-3F6E29043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9" y="14684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B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5164" name="Oval 28">
            <a:extLst>
              <a:ext uri="{FF2B5EF4-FFF2-40B4-BE49-F238E27FC236}">
                <a16:creationId xmlns:a16="http://schemas.microsoft.com/office/drawing/2014/main" id="{C757ECE2-FAB4-47FE-95A4-ADF7B5809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1" y="434975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5165" name="Text Box 29">
            <a:extLst>
              <a:ext uri="{FF2B5EF4-FFF2-40B4-BE49-F238E27FC236}">
                <a16:creationId xmlns:a16="http://schemas.microsoft.com/office/drawing/2014/main" id="{99396EB6-94F4-4C39-8773-63DFD1340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443706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F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5166" name="Oval 30">
            <a:extLst>
              <a:ext uri="{FF2B5EF4-FFF2-40B4-BE49-F238E27FC236}">
                <a16:creationId xmlns:a16="http://schemas.microsoft.com/office/drawing/2014/main" id="{71C5E660-BC99-4E39-A8F1-E93F6D67C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289" y="13970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5167" name="Text Box 31">
            <a:extLst>
              <a:ext uri="{FF2B5EF4-FFF2-40B4-BE49-F238E27FC236}">
                <a16:creationId xmlns:a16="http://schemas.microsoft.com/office/drawing/2014/main" id="{C1B84B79-05CA-4228-A85B-6D4CAE0C3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6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C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5168" name="Oval 32">
            <a:extLst>
              <a:ext uri="{FF2B5EF4-FFF2-40B4-BE49-F238E27FC236}">
                <a16:creationId xmlns:a16="http://schemas.microsoft.com/office/drawing/2014/main" id="{DCF808FB-2210-4E9E-9B02-9FF98D153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976" y="13970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5169" name="Text Box 33">
            <a:extLst>
              <a:ext uri="{FF2B5EF4-FFF2-40B4-BE49-F238E27FC236}">
                <a16:creationId xmlns:a16="http://schemas.microsoft.com/office/drawing/2014/main" id="{7AF664B7-2587-4F57-B2B9-447A14378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4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D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5170" name="Oval 34">
            <a:extLst>
              <a:ext uri="{FF2B5EF4-FFF2-40B4-BE49-F238E27FC236}">
                <a16:creationId xmlns:a16="http://schemas.microsoft.com/office/drawing/2014/main" id="{9DDFEC52-ECC0-4EC2-BC0E-19109CCCA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389" y="2781300"/>
            <a:ext cx="720725" cy="769938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5171" name="Text Box 35">
            <a:extLst>
              <a:ext uri="{FF2B5EF4-FFF2-40B4-BE49-F238E27FC236}">
                <a16:creationId xmlns:a16="http://schemas.microsoft.com/office/drawing/2014/main" id="{2B14901B-13D1-457D-9611-1ADE34061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276" y="28686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E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5172" name="Text Box 36">
            <a:extLst>
              <a:ext uri="{FF2B5EF4-FFF2-40B4-BE49-F238E27FC236}">
                <a16:creationId xmlns:a16="http://schemas.microsoft.com/office/drawing/2014/main" id="{C4920A56-0805-400A-8DF4-4CC92A0E4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2060575"/>
            <a:ext cx="5032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5173" name="Text Box 37">
            <a:extLst>
              <a:ext uri="{FF2B5EF4-FFF2-40B4-BE49-F238E27FC236}">
                <a16:creationId xmlns:a16="http://schemas.microsoft.com/office/drawing/2014/main" id="{21083F5C-CA98-43E4-BEB9-D312A57B7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3933825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5174" name="Text Box 38">
            <a:extLst>
              <a:ext uri="{FF2B5EF4-FFF2-40B4-BE49-F238E27FC236}">
                <a16:creationId xmlns:a16="http://schemas.microsoft.com/office/drawing/2014/main" id="{EC84AF4E-6349-4599-A220-5EECA4435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5175" name="Text Box 39">
            <a:extLst>
              <a:ext uri="{FF2B5EF4-FFF2-40B4-BE49-F238E27FC236}">
                <a16:creationId xmlns:a16="http://schemas.microsoft.com/office/drawing/2014/main" id="{77E6548F-9435-4CDC-A219-EB6C23019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19891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5176" name="Text Box 40">
            <a:extLst>
              <a:ext uri="{FF2B5EF4-FFF2-40B4-BE49-F238E27FC236}">
                <a16:creationId xmlns:a16="http://schemas.microsoft.com/office/drawing/2014/main" id="{7028C382-0A85-488C-BCAB-F683C1A67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4" y="335756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5177" name="Text Box 41">
            <a:extLst>
              <a:ext uri="{FF2B5EF4-FFF2-40B4-BE49-F238E27FC236}">
                <a16:creationId xmlns:a16="http://schemas.microsoft.com/office/drawing/2014/main" id="{63FF64BA-829E-4516-9B0A-3BA07EF75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4724400"/>
            <a:ext cx="5762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5178" name="Text Box 42">
            <a:extLst>
              <a:ext uri="{FF2B5EF4-FFF2-40B4-BE49-F238E27FC236}">
                <a16:creationId xmlns:a16="http://schemas.microsoft.com/office/drawing/2014/main" id="{32F7401F-B71D-4A52-B370-66263731E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3573464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6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5179" name="Text Box 43">
            <a:extLst>
              <a:ext uri="{FF2B5EF4-FFF2-40B4-BE49-F238E27FC236}">
                <a16:creationId xmlns:a16="http://schemas.microsoft.com/office/drawing/2014/main" id="{95E8E8DF-7123-4BEC-8F0D-FC937C69F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4724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5180" name="Text Box 44">
            <a:extLst>
              <a:ext uri="{FF2B5EF4-FFF2-40B4-BE49-F238E27FC236}">
                <a16:creationId xmlns:a16="http://schemas.microsoft.com/office/drawing/2014/main" id="{BA09AC2D-0BA2-489D-8C60-8AED196F5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2565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5181" name="Text Box 45">
            <a:extLst>
              <a:ext uri="{FF2B5EF4-FFF2-40B4-BE49-F238E27FC236}">
                <a16:creationId xmlns:a16="http://schemas.microsoft.com/office/drawing/2014/main" id="{8CCDDBF8-5C0D-4499-806D-B1967F833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5182" name="Text Box 46">
            <a:extLst>
              <a:ext uri="{FF2B5EF4-FFF2-40B4-BE49-F238E27FC236}">
                <a16:creationId xmlns:a16="http://schemas.microsoft.com/office/drawing/2014/main" id="{DBF5E2E6-478F-4B3B-8AE5-0C61F6164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5183" name="Text Box 47">
            <a:extLst>
              <a:ext uri="{FF2B5EF4-FFF2-40B4-BE49-F238E27FC236}">
                <a16:creationId xmlns:a16="http://schemas.microsoft.com/office/drawing/2014/main" id="{754E16FB-D101-4A08-B043-3ACB7CF3B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191611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9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5184" name="Text Box 48">
            <a:extLst>
              <a:ext uri="{FF2B5EF4-FFF2-40B4-BE49-F238E27FC236}">
                <a16:creationId xmlns:a16="http://schemas.microsoft.com/office/drawing/2014/main" id="{384E28CB-B048-43A6-801E-6F3E24757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788" y="2852739"/>
            <a:ext cx="7921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5185" name="Text Box 49">
            <a:extLst>
              <a:ext uri="{FF2B5EF4-FFF2-40B4-BE49-F238E27FC236}">
                <a16:creationId xmlns:a16="http://schemas.microsoft.com/office/drawing/2014/main" id="{AF8EA74A-8106-4A2E-8097-9C53AD28B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3933825"/>
            <a:ext cx="719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10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5190" name="Freeform 54">
            <a:extLst>
              <a:ext uri="{FF2B5EF4-FFF2-40B4-BE49-F238E27FC236}">
                <a16:creationId xmlns:a16="http://schemas.microsoft.com/office/drawing/2014/main" id="{B1B85129-592F-458D-B1A2-B453AA1C3C07}"/>
              </a:ext>
            </a:extLst>
          </p:cNvPr>
          <p:cNvSpPr>
            <a:spLocks/>
          </p:cNvSpPr>
          <p:nvPr/>
        </p:nvSpPr>
        <p:spPr bwMode="auto">
          <a:xfrm>
            <a:off x="8412164" y="2060575"/>
            <a:ext cx="923925" cy="2305050"/>
          </a:xfrm>
          <a:custGeom>
            <a:avLst/>
            <a:gdLst>
              <a:gd name="T0" fmla="*/ 401 w 582"/>
              <a:gd name="T1" fmla="*/ 0 h 1452"/>
              <a:gd name="T2" fmla="*/ 83 w 582"/>
              <a:gd name="T3" fmla="*/ 499 h 1452"/>
              <a:gd name="T4" fmla="*/ 83 w 582"/>
              <a:gd name="T5" fmla="*/ 953 h 1452"/>
              <a:gd name="T6" fmla="*/ 582 w 582"/>
              <a:gd name="T7" fmla="*/ 1452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2" h="1452">
                <a:moveTo>
                  <a:pt x="401" y="0"/>
                </a:moveTo>
                <a:cubicBezTo>
                  <a:pt x="268" y="170"/>
                  <a:pt x="136" y="340"/>
                  <a:pt x="83" y="499"/>
                </a:cubicBezTo>
                <a:cubicBezTo>
                  <a:pt x="30" y="658"/>
                  <a:pt x="0" y="794"/>
                  <a:pt x="83" y="953"/>
                </a:cubicBezTo>
                <a:cubicBezTo>
                  <a:pt x="166" y="1112"/>
                  <a:pt x="499" y="1369"/>
                  <a:pt x="582" y="145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475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Line 2">
            <a:extLst>
              <a:ext uri="{FF2B5EF4-FFF2-40B4-BE49-F238E27FC236}">
                <a16:creationId xmlns:a16="http://schemas.microsoft.com/office/drawing/2014/main" id="{F9167700-E8CC-4573-9C93-179F7793F9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8663" y="1773239"/>
            <a:ext cx="2087562" cy="3024187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6163" name="Line 3">
            <a:extLst>
              <a:ext uri="{FF2B5EF4-FFF2-40B4-BE49-F238E27FC236}">
                <a16:creationId xmlns:a16="http://schemas.microsoft.com/office/drawing/2014/main" id="{D4D420E0-6595-4615-96A2-5E38F2DFACC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43475" y="3141663"/>
            <a:ext cx="865188" cy="1655762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6164" name="Line 4">
            <a:extLst>
              <a:ext uri="{FF2B5EF4-FFF2-40B4-BE49-F238E27FC236}">
                <a16:creationId xmlns:a16="http://schemas.microsoft.com/office/drawing/2014/main" id="{C292714B-B89C-46FC-AD21-7B0DE31D3B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3476" y="1773238"/>
            <a:ext cx="938213" cy="1439862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6165" name="Line 5">
            <a:extLst>
              <a:ext uri="{FF2B5EF4-FFF2-40B4-BE49-F238E27FC236}">
                <a16:creationId xmlns:a16="http://schemas.microsoft.com/office/drawing/2014/main" id="{BE484F88-8672-49AE-914E-1423AE2627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3213101"/>
            <a:ext cx="935037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6166" name="Line 6">
            <a:extLst>
              <a:ext uri="{FF2B5EF4-FFF2-40B4-BE49-F238E27FC236}">
                <a16:creationId xmlns:a16="http://schemas.microsoft.com/office/drawing/2014/main" id="{FDB7CE1C-E9D6-45DE-98B0-BBC1E3127E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9" y="1773239"/>
            <a:ext cx="71437" cy="30956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6167" name="Line 7">
            <a:extLst>
              <a:ext uri="{FF2B5EF4-FFF2-40B4-BE49-F238E27FC236}">
                <a16:creationId xmlns:a16="http://schemas.microsoft.com/office/drawing/2014/main" id="{42ACE39E-E001-4F21-B71F-6A901725DCF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95550" y="3284539"/>
            <a:ext cx="1512888" cy="1584325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6168" name="Line 8">
            <a:extLst>
              <a:ext uri="{FF2B5EF4-FFF2-40B4-BE49-F238E27FC236}">
                <a16:creationId xmlns:a16="http://schemas.microsoft.com/office/drawing/2014/main" id="{2B16A145-3B3C-45B1-9917-6A240E664A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96226" y="3141664"/>
            <a:ext cx="1223963" cy="158273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6169" name="Line 9">
            <a:extLst>
              <a:ext uri="{FF2B5EF4-FFF2-40B4-BE49-F238E27FC236}">
                <a16:creationId xmlns:a16="http://schemas.microsoft.com/office/drawing/2014/main" id="{0B463760-AC12-4B69-85B9-709A3A13CF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1539" y="4724400"/>
            <a:ext cx="1944687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6170" name="Rectangle 10">
            <a:extLst>
              <a:ext uri="{FF2B5EF4-FFF2-40B4-BE49-F238E27FC236}">
                <a16:creationId xmlns:a16="http://schemas.microsoft.com/office/drawing/2014/main" id="{F4447781-5FAB-4F74-AF38-64F65B71955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782889" y="0"/>
            <a:ext cx="7439025" cy="1143000"/>
          </a:xfrm>
        </p:spPr>
        <p:txBody>
          <a:bodyPr/>
          <a:lstStyle/>
          <a:p>
            <a:pPr algn="l"/>
            <a:r>
              <a:rPr lang="ru-RU" altLang="ru-RU"/>
              <a:t>Алгоритм Прима шаг 9 </a:t>
            </a:r>
          </a:p>
        </p:txBody>
      </p:sp>
      <p:sp>
        <p:nvSpPr>
          <p:cNvPr id="476171" name="Rectangle 11">
            <a:extLst>
              <a:ext uri="{FF2B5EF4-FFF2-40B4-BE49-F238E27FC236}">
                <a16:creationId xmlns:a16="http://schemas.microsoft.com/office/drawing/2014/main" id="{1C93D0BC-9459-4D18-B8EE-FE0887164C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27350" y="5805489"/>
            <a:ext cx="6624638" cy="5365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b="1"/>
              <a:t>Суммарная длина дерева = 37</a:t>
            </a:r>
          </a:p>
        </p:txBody>
      </p:sp>
      <p:sp>
        <p:nvSpPr>
          <p:cNvPr id="476172" name="Line 12">
            <a:extLst>
              <a:ext uri="{FF2B5EF4-FFF2-40B4-BE49-F238E27FC236}">
                <a16:creationId xmlns:a16="http://schemas.microsoft.com/office/drawing/2014/main" id="{AB19EA22-769D-4513-98B4-1B68CAAEE3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24788" y="1773239"/>
            <a:ext cx="0" cy="3024187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6173" name="Line 13">
            <a:extLst>
              <a:ext uri="{FF2B5EF4-FFF2-40B4-BE49-F238E27FC236}">
                <a16:creationId xmlns:a16="http://schemas.microsoft.com/office/drawing/2014/main" id="{B612ABDD-7E65-4AC6-939D-4FE0E3028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3964" y="4741863"/>
            <a:ext cx="2160587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6174" name="Line 14">
            <a:extLst>
              <a:ext uri="{FF2B5EF4-FFF2-40B4-BE49-F238E27FC236}">
                <a16:creationId xmlns:a16="http://schemas.microsoft.com/office/drawing/2014/main" id="{328EACBB-3440-4CB2-BFE5-8995A9AFFE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876" y="1773238"/>
            <a:ext cx="1800225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6175" name="Line 15">
            <a:extLst>
              <a:ext uri="{FF2B5EF4-FFF2-40B4-BE49-F238E27FC236}">
                <a16:creationId xmlns:a16="http://schemas.microsoft.com/office/drawing/2014/main" id="{090F53E4-F4C5-48DB-9064-D5AD12F3E6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6988" y="1773238"/>
            <a:ext cx="1441450" cy="151130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6176" name="Oval 16">
            <a:extLst>
              <a:ext uri="{FF2B5EF4-FFF2-40B4-BE49-F238E27FC236}">
                <a16:creationId xmlns:a16="http://schemas.microsoft.com/office/drawing/2014/main" id="{1DB2BA74-7D83-41DB-BE81-458C2E256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4" y="2909889"/>
            <a:ext cx="720725" cy="769937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6177" name="Text Box 17">
            <a:extLst>
              <a:ext uri="{FF2B5EF4-FFF2-40B4-BE49-F238E27FC236}">
                <a16:creationId xmlns:a16="http://schemas.microsoft.com/office/drawing/2014/main" id="{E0489276-8CFE-4AD3-A309-AD5D363D7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A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6178" name="Oval 18">
            <a:extLst>
              <a:ext uri="{FF2B5EF4-FFF2-40B4-BE49-F238E27FC236}">
                <a16:creationId xmlns:a16="http://schemas.microsoft.com/office/drawing/2014/main" id="{F949CB16-0D12-454C-8E82-CF39B53E4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489" y="43656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6179" name="Text Box 19">
            <a:extLst>
              <a:ext uri="{FF2B5EF4-FFF2-40B4-BE49-F238E27FC236}">
                <a16:creationId xmlns:a16="http://schemas.microsoft.com/office/drawing/2014/main" id="{94F4EE72-F34E-4621-8FA6-2742BB09A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76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H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6180" name="Oval 20">
            <a:extLst>
              <a:ext uri="{FF2B5EF4-FFF2-40B4-BE49-F238E27FC236}">
                <a16:creationId xmlns:a16="http://schemas.microsoft.com/office/drawing/2014/main" id="{783AF38A-ECA5-435F-B9AC-AF10F7815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4" y="43656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6181" name="Text Box 21">
            <a:extLst>
              <a:ext uri="{FF2B5EF4-FFF2-40B4-BE49-F238E27FC236}">
                <a16:creationId xmlns:a16="http://schemas.microsoft.com/office/drawing/2014/main" id="{08CB37DF-211A-442C-816C-C5A04D1CA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G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6182" name="Oval 22">
            <a:extLst>
              <a:ext uri="{FF2B5EF4-FFF2-40B4-BE49-F238E27FC236}">
                <a16:creationId xmlns:a16="http://schemas.microsoft.com/office/drawing/2014/main" id="{B8B59F41-0992-45F9-88A0-BE7B89E39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4" y="27813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6183" name="Text Box 23">
            <a:extLst>
              <a:ext uri="{FF2B5EF4-FFF2-40B4-BE49-F238E27FC236}">
                <a16:creationId xmlns:a16="http://schemas.microsoft.com/office/drawing/2014/main" id="{F24A9B78-EFFA-46C0-82CA-B6DDF7CA3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2868614"/>
            <a:ext cx="619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I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6184" name="Line 24">
            <a:extLst>
              <a:ext uri="{FF2B5EF4-FFF2-40B4-BE49-F238E27FC236}">
                <a16:creationId xmlns:a16="http://schemas.microsoft.com/office/drawing/2014/main" id="{2A5FBACE-E8A4-4816-8B98-451A0DECBC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8664" y="1773238"/>
            <a:ext cx="2016125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6185" name="Line 25">
            <a:extLst>
              <a:ext uri="{FF2B5EF4-FFF2-40B4-BE49-F238E27FC236}">
                <a16:creationId xmlns:a16="http://schemas.microsoft.com/office/drawing/2014/main" id="{832A9094-751C-4161-B543-2C34A26617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1764" y="1773238"/>
            <a:ext cx="1368425" cy="1439862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6186" name="Oval 26">
            <a:extLst>
              <a:ext uri="{FF2B5EF4-FFF2-40B4-BE49-F238E27FC236}">
                <a16:creationId xmlns:a16="http://schemas.microsoft.com/office/drawing/2014/main" id="{BC1ABD3F-52D5-4CD3-86B6-40AD3A7D8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1" y="13811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6187" name="Text Box 27">
            <a:extLst>
              <a:ext uri="{FF2B5EF4-FFF2-40B4-BE49-F238E27FC236}">
                <a16:creationId xmlns:a16="http://schemas.microsoft.com/office/drawing/2014/main" id="{9588B1CC-B69A-4B82-8818-ACC71D3DA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9" y="14684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B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6188" name="Oval 28">
            <a:extLst>
              <a:ext uri="{FF2B5EF4-FFF2-40B4-BE49-F238E27FC236}">
                <a16:creationId xmlns:a16="http://schemas.microsoft.com/office/drawing/2014/main" id="{9CD529CB-3BDC-4816-908A-67D8233FB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1" y="434975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6189" name="Text Box 29">
            <a:extLst>
              <a:ext uri="{FF2B5EF4-FFF2-40B4-BE49-F238E27FC236}">
                <a16:creationId xmlns:a16="http://schemas.microsoft.com/office/drawing/2014/main" id="{ED3CD02F-9078-49A2-A1E8-2D18F6D07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443706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F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6190" name="Oval 30">
            <a:extLst>
              <a:ext uri="{FF2B5EF4-FFF2-40B4-BE49-F238E27FC236}">
                <a16:creationId xmlns:a16="http://schemas.microsoft.com/office/drawing/2014/main" id="{E760BFA4-3622-46AA-A257-A38101DF0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289" y="13970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6191" name="Text Box 31">
            <a:extLst>
              <a:ext uri="{FF2B5EF4-FFF2-40B4-BE49-F238E27FC236}">
                <a16:creationId xmlns:a16="http://schemas.microsoft.com/office/drawing/2014/main" id="{B5F8F6DF-72AE-4F94-BCB4-B84F9B8E1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6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C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6192" name="Oval 32">
            <a:extLst>
              <a:ext uri="{FF2B5EF4-FFF2-40B4-BE49-F238E27FC236}">
                <a16:creationId xmlns:a16="http://schemas.microsoft.com/office/drawing/2014/main" id="{6B4C976A-645B-44C6-B36E-C8267D111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976" y="13970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6193" name="Text Box 33">
            <a:extLst>
              <a:ext uri="{FF2B5EF4-FFF2-40B4-BE49-F238E27FC236}">
                <a16:creationId xmlns:a16="http://schemas.microsoft.com/office/drawing/2014/main" id="{725C8782-496A-43D1-BF0A-42DBF186F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4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D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6194" name="Oval 34">
            <a:extLst>
              <a:ext uri="{FF2B5EF4-FFF2-40B4-BE49-F238E27FC236}">
                <a16:creationId xmlns:a16="http://schemas.microsoft.com/office/drawing/2014/main" id="{8A506BE6-CDEC-4FA8-9A31-B9E9B6682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389" y="27813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6195" name="Text Box 35">
            <a:extLst>
              <a:ext uri="{FF2B5EF4-FFF2-40B4-BE49-F238E27FC236}">
                <a16:creationId xmlns:a16="http://schemas.microsoft.com/office/drawing/2014/main" id="{2A972970-B9A0-431D-A109-F38C806A5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276" y="28686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E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6196" name="Text Box 36">
            <a:extLst>
              <a:ext uri="{FF2B5EF4-FFF2-40B4-BE49-F238E27FC236}">
                <a16:creationId xmlns:a16="http://schemas.microsoft.com/office/drawing/2014/main" id="{F4E56F11-DA00-4F91-857C-7D9A8977A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2060575"/>
            <a:ext cx="5032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6197" name="Text Box 37">
            <a:extLst>
              <a:ext uri="{FF2B5EF4-FFF2-40B4-BE49-F238E27FC236}">
                <a16:creationId xmlns:a16="http://schemas.microsoft.com/office/drawing/2014/main" id="{85F05AE0-5E98-4055-B2D1-BB4B701A9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3933825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6198" name="Text Box 38">
            <a:extLst>
              <a:ext uri="{FF2B5EF4-FFF2-40B4-BE49-F238E27FC236}">
                <a16:creationId xmlns:a16="http://schemas.microsoft.com/office/drawing/2014/main" id="{8F0E7D75-F522-4C0F-A668-DB551BF15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6199" name="Text Box 39">
            <a:extLst>
              <a:ext uri="{FF2B5EF4-FFF2-40B4-BE49-F238E27FC236}">
                <a16:creationId xmlns:a16="http://schemas.microsoft.com/office/drawing/2014/main" id="{6EE7C9D4-4D6D-42B1-8C4B-070CA2E34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19891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6200" name="Text Box 40">
            <a:extLst>
              <a:ext uri="{FF2B5EF4-FFF2-40B4-BE49-F238E27FC236}">
                <a16:creationId xmlns:a16="http://schemas.microsoft.com/office/drawing/2014/main" id="{2C7CA861-2D1D-4516-A7A4-65FB18A5F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4" y="335756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6201" name="Text Box 41">
            <a:extLst>
              <a:ext uri="{FF2B5EF4-FFF2-40B4-BE49-F238E27FC236}">
                <a16:creationId xmlns:a16="http://schemas.microsoft.com/office/drawing/2014/main" id="{835518E4-C532-46EC-8E48-63B52BECE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4724400"/>
            <a:ext cx="5762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6202" name="Text Box 42">
            <a:extLst>
              <a:ext uri="{FF2B5EF4-FFF2-40B4-BE49-F238E27FC236}">
                <a16:creationId xmlns:a16="http://schemas.microsoft.com/office/drawing/2014/main" id="{80F4A89B-0FA9-4477-BC36-64164DFAD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3573464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6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6203" name="Text Box 43">
            <a:extLst>
              <a:ext uri="{FF2B5EF4-FFF2-40B4-BE49-F238E27FC236}">
                <a16:creationId xmlns:a16="http://schemas.microsoft.com/office/drawing/2014/main" id="{D9AD7D08-C781-4B31-A889-1AC80EC5F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4724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6204" name="Text Box 44">
            <a:extLst>
              <a:ext uri="{FF2B5EF4-FFF2-40B4-BE49-F238E27FC236}">
                <a16:creationId xmlns:a16="http://schemas.microsoft.com/office/drawing/2014/main" id="{F0A62AFC-E037-403A-BDDF-F1C95BACA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2565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6205" name="Text Box 45">
            <a:extLst>
              <a:ext uri="{FF2B5EF4-FFF2-40B4-BE49-F238E27FC236}">
                <a16:creationId xmlns:a16="http://schemas.microsoft.com/office/drawing/2014/main" id="{D96CA280-9F34-4BF7-8CAD-A549B5C7A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6206" name="Text Box 46">
            <a:extLst>
              <a:ext uri="{FF2B5EF4-FFF2-40B4-BE49-F238E27FC236}">
                <a16:creationId xmlns:a16="http://schemas.microsoft.com/office/drawing/2014/main" id="{DA9E019D-600F-4A4C-9F7E-46A1C4154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6207" name="Text Box 47">
            <a:extLst>
              <a:ext uri="{FF2B5EF4-FFF2-40B4-BE49-F238E27FC236}">
                <a16:creationId xmlns:a16="http://schemas.microsoft.com/office/drawing/2014/main" id="{E241A4D7-C243-47EE-A235-45DD8353A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191611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9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6208" name="Text Box 48">
            <a:extLst>
              <a:ext uri="{FF2B5EF4-FFF2-40B4-BE49-F238E27FC236}">
                <a16:creationId xmlns:a16="http://schemas.microsoft.com/office/drawing/2014/main" id="{3C03BF3F-9079-48EF-AD81-4337233F7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788" y="2852739"/>
            <a:ext cx="7921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6209" name="Text Box 49">
            <a:extLst>
              <a:ext uri="{FF2B5EF4-FFF2-40B4-BE49-F238E27FC236}">
                <a16:creationId xmlns:a16="http://schemas.microsoft.com/office/drawing/2014/main" id="{088DC53F-DE20-4810-8E4F-62DA31AEC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3933825"/>
            <a:ext cx="719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10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Line 2">
            <a:extLst>
              <a:ext uri="{FF2B5EF4-FFF2-40B4-BE49-F238E27FC236}">
                <a16:creationId xmlns:a16="http://schemas.microsoft.com/office/drawing/2014/main" id="{0E7FCF82-207F-48E3-87D5-971628D7DB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8663" y="1773239"/>
            <a:ext cx="2087562" cy="3024187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7188" name="Line 4">
            <a:extLst>
              <a:ext uri="{FF2B5EF4-FFF2-40B4-BE49-F238E27FC236}">
                <a16:creationId xmlns:a16="http://schemas.microsoft.com/office/drawing/2014/main" id="{9B1CD124-03CA-485B-955A-98A928CCDD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3476" y="1773238"/>
            <a:ext cx="938213" cy="1439862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7193" name="Line 9">
            <a:extLst>
              <a:ext uri="{FF2B5EF4-FFF2-40B4-BE49-F238E27FC236}">
                <a16:creationId xmlns:a16="http://schemas.microsoft.com/office/drawing/2014/main" id="{C3055903-E93E-4412-B0F4-CBBEE280E2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1539" y="4724400"/>
            <a:ext cx="1944687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7194" name="Rectangle 10">
            <a:extLst>
              <a:ext uri="{FF2B5EF4-FFF2-40B4-BE49-F238E27FC236}">
                <a16:creationId xmlns:a16="http://schemas.microsoft.com/office/drawing/2014/main" id="{C3E8AF7D-31F4-49CF-B9B0-071DB39A6B6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782889" y="0"/>
            <a:ext cx="7439025" cy="1143000"/>
          </a:xfrm>
        </p:spPr>
        <p:txBody>
          <a:bodyPr/>
          <a:lstStyle/>
          <a:p>
            <a:pPr algn="l"/>
            <a:r>
              <a:rPr lang="ru-RU" altLang="ru-RU"/>
              <a:t>Алгоритм Прима шаг 10</a:t>
            </a:r>
          </a:p>
        </p:txBody>
      </p:sp>
      <p:sp>
        <p:nvSpPr>
          <p:cNvPr id="477195" name="Rectangle 11">
            <a:extLst>
              <a:ext uri="{FF2B5EF4-FFF2-40B4-BE49-F238E27FC236}">
                <a16:creationId xmlns:a16="http://schemas.microsoft.com/office/drawing/2014/main" id="{66B907F1-479E-43D7-8096-ED359C214D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27350" y="5805489"/>
            <a:ext cx="6624638" cy="5365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b="1"/>
              <a:t>Суммарная длина дерева = 37</a:t>
            </a:r>
          </a:p>
        </p:txBody>
      </p:sp>
      <p:sp>
        <p:nvSpPr>
          <p:cNvPr id="477197" name="Line 13">
            <a:extLst>
              <a:ext uri="{FF2B5EF4-FFF2-40B4-BE49-F238E27FC236}">
                <a16:creationId xmlns:a16="http://schemas.microsoft.com/office/drawing/2014/main" id="{924F11C7-ED1B-4B20-906C-B5E6C799D7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3964" y="4741863"/>
            <a:ext cx="2160587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7198" name="Line 14">
            <a:extLst>
              <a:ext uri="{FF2B5EF4-FFF2-40B4-BE49-F238E27FC236}">
                <a16:creationId xmlns:a16="http://schemas.microsoft.com/office/drawing/2014/main" id="{7BF02C4D-0AD5-45A0-BE4E-4F800A2832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876" y="1773238"/>
            <a:ext cx="1800225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7199" name="Line 15">
            <a:extLst>
              <a:ext uri="{FF2B5EF4-FFF2-40B4-BE49-F238E27FC236}">
                <a16:creationId xmlns:a16="http://schemas.microsoft.com/office/drawing/2014/main" id="{5DF40825-5597-4E3C-BFA6-4C662A5A28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6988" y="1773238"/>
            <a:ext cx="1441450" cy="151130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7200" name="Oval 16">
            <a:extLst>
              <a:ext uri="{FF2B5EF4-FFF2-40B4-BE49-F238E27FC236}">
                <a16:creationId xmlns:a16="http://schemas.microsoft.com/office/drawing/2014/main" id="{E077478E-525D-49AC-960E-1DD507860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4" y="2909889"/>
            <a:ext cx="720725" cy="769937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7201" name="Text Box 17">
            <a:extLst>
              <a:ext uri="{FF2B5EF4-FFF2-40B4-BE49-F238E27FC236}">
                <a16:creationId xmlns:a16="http://schemas.microsoft.com/office/drawing/2014/main" id="{2E6CCD5E-E8A1-432F-9DAC-FAD7448FB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1" y="2997200"/>
            <a:ext cx="72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A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7202" name="Oval 18">
            <a:extLst>
              <a:ext uri="{FF2B5EF4-FFF2-40B4-BE49-F238E27FC236}">
                <a16:creationId xmlns:a16="http://schemas.microsoft.com/office/drawing/2014/main" id="{D46AD414-AFB0-4CDF-9920-585A3F8C7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489" y="43656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7203" name="Text Box 19">
            <a:extLst>
              <a:ext uri="{FF2B5EF4-FFF2-40B4-BE49-F238E27FC236}">
                <a16:creationId xmlns:a16="http://schemas.microsoft.com/office/drawing/2014/main" id="{2A3E7552-2F18-4165-AD25-74CF62A84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76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H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7204" name="Oval 20">
            <a:extLst>
              <a:ext uri="{FF2B5EF4-FFF2-40B4-BE49-F238E27FC236}">
                <a16:creationId xmlns:a16="http://schemas.microsoft.com/office/drawing/2014/main" id="{F3DC5614-3951-472D-A80D-BA1280014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4" y="43656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7205" name="Text Box 21">
            <a:extLst>
              <a:ext uri="{FF2B5EF4-FFF2-40B4-BE49-F238E27FC236}">
                <a16:creationId xmlns:a16="http://schemas.microsoft.com/office/drawing/2014/main" id="{F3B776DE-98D3-4A73-BFFB-B14699F49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44529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G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7206" name="Oval 22">
            <a:extLst>
              <a:ext uri="{FF2B5EF4-FFF2-40B4-BE49-F238E27FC236}">
                <a16:creationId xmlns:a16="http://schemas.microsoft.com/office/drawing/2014/main" id="{0E5AFF9B-61C6-4C64-981F-9F7603A09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4" y="27813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7207" name="Text Box 23">
            <a:extLst>
              <a:ext uri="{FF2B5EF4-FFF2-40B4-BE49-F238E27FC236}">
                <a16:creationId xmlns:a16="http://schemas.microsoft.com/office/drawing/2014/main" id="{CFE34B34-EA86-40A7-9A5D-C0AE3CF74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2868614"/>
            <a:ext cx="619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I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7208" name="Line 24">
            <a:extLst>
              <a:ext uri="{FF2B5EF4-FFF2-40B4-BE49-F238E27FC236}">
                <a16:creationId xmlns:a16="http://schemas.microsoft.com/office/drawing/2014/main" id="{C9744879-8CB1-4EC7-B0C1-5E5440DFCA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8664" y="1773238"/>
            <a:ext cx="2016125" cy="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7209" name="Line 25">
            <a:extLst>
              <a:ext uri="{FF2B5EF4-FFF2-40B4-BE49-F238E27FC236}">
                <a16:creationId xmlns:a16="http://schemas.microsoft.com/office/drawing/2014/main" id="{DF40E901-EF24-4207-825E-8A2D9BB842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1764" y="1773238"/>
            <a:ext cx="1368425" cy="1439862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7210" name="Oval 26">
            <a:extLst>
              <a:ext uri="{FF2B5EF4-FFF2-40B4-BE49-F238E27FC236}">
                <a16:creationId xmlns:a16="http://schemas.microsoft.com/office/drawing/2014/main" id="{2058605E-8916-4A64-8C93-CB594CA49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1" y="1381125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7211" name="Text Box 27">
            <a:extLst>
              <a:ext uri="{FF2B5EF4-FFF2-40B4-BE49-F238E27FC236}">
                <a16:creationId xmlns:a16="http://schemas.microsoft.com/office/drawing/2014/main" id="{6E3EC044-D585-4204-8E0C-CF65A6B69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9" y="1468439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B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7212" name="Oval 28">
            <a:extLst>
              <a:ext uri="{FF2B5EF4-FFF2-40B4-BE49-F238E27FC236}">
                <a16:creationId xmlns:a16="http://schemas.microsoft.com/office/drawing/2014/main" id="{AD594CE4-C4DF-4370-B9AC-C0316BB5F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1" y="434975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7213" name="Text Box 29">
            <a:extLst>
              <a:ext uri="{FF2B5EF4-FFF2-40B4-BE49-F238E27FC236}">
                <a16:creationId xmlns:a16="http://schemas.microsoft.com/office/drawing/2014/main" id="{1C4EBBCE-EE30-4E47-87B5-42AFA4E39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9" y="443706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F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7214" name="Oval 30">
            <a:extLst>
              <a:ext uri="{FF2B5EF4-FFF2-40B4-BE49-F238E27FC236}">
                <a16:creationId xmlns:a16="http://schemas.microsoft.com/office/drawing/2014/main" id="{04D44072-3C6E-48F0-A977-599E7BB46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289" y="13970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7215" name="Text Box 31">
            <a:extLst>
              <a:ext uri="{FF2B5EF4-FFF2-40B4-BE49-F238E27FC236}">
                <a16:creationId xmlns:a16="http://schemas.microsoft.com/office/drawing/2014/main" id="{AE532BF2-2123-4819-9A33-C60B65EB5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6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C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7216" name="Oval 32">
            <a:extLst>
              <a:ext uri="{FF2B5EF4-FFF2-40B4-BE49-F238E27FC236}">
                <a16:creationId xmlns:a16="http://schemas.microsoft.com/office/drawing/2014/main" id="{7CD6ECE6-DD03-4283-BFC5-753F25879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976" y="13970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7217" name="Text Box 33">
            <a:extLst>
              <a:ext uri="{FF2B5EF4-FFF2-40B4-BE49-F238E27FC236}">
                <a16:creationId xmlns:a16="http://schemas.microsoft.com/office/drawing/2014/main" id="{78F82752-3503-410E-A060-EB5E504A4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4" y="14843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D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7218" name="Oval 34">
            <a:extLst>
              <a:ext uri="{FF2B5EF4-FFF2-40B4-BE49-F238E27FC236}">
                <a16:creationId xmlns:a16="http://schemas.microsoft.com/office/drawing/2014/main" id="{26965F9D-0B2F-4308-A76D-E80596E25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389" y="2781300"/>
            <a:ext cx="720725" cy="769938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77219" name="Text Box 35">
            <a:extLst>
              <a:ext uri="{FF2B5EF4-FFF2-40B4-BE49-F238E27FC236}">
                <a16:creationId xmlns:a16="http://schemas.microsoft.com/office/drawing/2014/main" id="{8FBB9B01-3EC3-4721-8545-06EAA5DA2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276" y="2868614"/>
            <a:ext cx="720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solidFill>
                  <a:schemeClr val="bg2"/>
                </a:solidFill>
                <a:latin typeface="Arial" panose="020B0604020202020204" pitchFamily="34" charset="0"/>
              </a:rPr>
              <a:t>E</a:t>
            </a:r>
            <a:endParaRPr lang="ru-RU" altLang="ru-RU" sz="32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7220" name="Text Box 36">
            <a:extLst>
              <a:ext uri="{FF2B5EF4-FFF2-40B4-BE49-F238E27FC236}">
                <a16:creationId xmlns:a16="http://schemas.microsoft.com/office/drawing/2014/main" id="{126C02EA-184A-4FE7-881C-F89B2A097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2060575"/>
            <a:ext cx="5032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7223" name="Text Box 39">
            <a:extLst>
              <a:ext uri="{FF2B5EF4-FFF2-40B4-BE49-F238E27FC236}">
                <a16:creationId xmlns:a16="http://schemas.microsoft.com/office/drawing/2014/main" id="{80BE8FF9-B33C-4511-8A48-DBA0A9BA3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19891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7225" name="Text Box 41">
            <a:extLst>
              <a:ext uri="{FF2B5EF4-FFF2-40B4-BE49-F238E27FC236}">
                <a16:creationId xmlns:a16="http://schemas.microsoft.com/office/drawing/2014/main" id="{803BB7BA-D751-43DE-9633-E8B068E44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4724400"/>
            <a:ext cx="5762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1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7227" name="Text Box 43">
            <a:extLst>
              <a:ext uri="{FF2B5EF4-FFF2-40B4-BE49-F238E27FC236}">
                <a16:creationId xmlns:a16="http://schemas.microsoft.com/office/drawing/2014/main" id="{AF38F460-AB70-4F79-8A0A-A324AE5A0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4724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2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7228" name="Text Box 44">
            <a:extLst>
              <a:ext uri="{FF2B5EF4-FFF2-40B4-BE49-F238E27FC236}">
                <a16:creationId xmlns:a16="http://schemas.microsoft.com/office/drawing/2014/main" id="{07F02D9B-8AED-44F4-9526-A6AC4073D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2565400"/>
            <a:ext cx="50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4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7229" name="Text Box 45">
            <a:extLst>
              <a:ext uri="{FF2B5EF4-FFF2-40B4-BE49-F238E27FC236}">
                <a16:creationId xmlns:a16="http://schemas.microsoft.com/office/drawing/2014/main" id="{94D61834-A854-4560-B870-81460B9E5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7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7230" name="Text Box 46">
            <a:extLst>
              <a:ext uri="{FF2B5EF4-FFF2-40B4-BE49-F238E27FC236}">
                <a16:creationId xmlns:a16="http://schemas.microsoft.com/office/drawing/2014/main" id="{70F0A5FA-5E36-4BF4-90B8-B9F860AF8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1125539"/>
            <a:ext cx="5032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8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  <p:sp>
        <p:nvSpPr>
          <p:cNvPr id="477231" name="Text Box 47">
            <a:extLst>
              <a:ext uri="{FF2B5EF4-FFF2-40B4-BE49-F238E27FC236}">
                <a16:creationId xmlns:a16="http://schemas.microsoft.com/office/drawing/2014/main" id="{7FA89DC7-1CB1-471C-8F13-357EC84EF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1916114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3200" b="1">
                <a:latin typeface="Arial" panose="020B0604020202020204" pitchFamily="34" charset="0"/>
              </a:rPr>
              <a:t>9</a:t>
            </a:r>
            <a:endParaRPr lang="ru-RU" altLang="ru-RU" sz="32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</TotalTime>
  <Words>2171</Words>
  <Application>Microsoft Office PowerPoint</Application>
  <PresentationFormat>Широкоэкранный</PresentationFormat>
  <Paragraphs>984</Paragraphs>
  <Slides>49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6" baseType="lpstr">
      <vt:lpstr>Arial</vt:lpstr>
      <vt:lpstr>Calibri</vt:lpstr>
      <vt:lpstr>Calibri Light</vt:lpstr>
      <vt:lpstr>Georgia</vt:lpstr>
      <vt:lpstr>Lucida Console</vt:lpstr>
      <vt:lpstr>Times New Roman</vt:lpstr>
      <vt:lpstr>Тема Office</vt:lpstr>
      <vt:lpstr>Графы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Задача 1</vt:lpstr>
      <vt:lpstr>Задача 1</vt:lpstr>
      <vt:lpstr>Задача 1</vt:lpstr>
      <vt:lpstr>Алгоритм Прима</vt:lpstr>
      <vt:lpstr>Алгоритм Прима</vt:lpstr>
      <vt:lpstr>Задача 1</vt:lpstr>
      <vt:lpstr>Задача 1</vt:lpstr>
      <vt:lpstr>Задача 1</vt:lpstr>
      <vt:lpstr>Задача 1</vt:lpstr>
      <vt:lpstr>Задача 1</vt:lpstr>
      <vt:lpstr>Задача 1</vt:lpstr>
      <vt:lpstr>Задача 1</vt:lpstr>
      <vt:lpstr>Задача 1</vt:lpstr>
      <vt:lpstr>Алгоритм Прима шаг 0 </vt:lpstr>
      <vt:lpstr>Алгоритм Прима шаг 1 </vt:lpstr>
      <vt:lpstr>Алгоритм Прима шаг 2 </vt:lpstr>
      <vt:lpstr>Алгоритм Прима шаг 3 </vt:lpstr>
      <vt:lpstr>Алгоритм Прима шаг 4 </vt:lpstr>
      <vt:lpstr>Алгоритм Прима шаг 5 </vt:lpstr>
      <vt:lpstr>Алгоритм Прима шаг 6 </vt:lpstr>
      <vt:lpstr>Алгоритм Прима шаг 7 </vt:lpstr>
      <vt:lpstr>Алгоритм Прима шаг 8 </vt:lpstr>
      <vt:lpstr>Алгоритм Прима шаг 9 </vt:lpstr>
      <vt:lpstr>Алгоритм Прима шаг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graph?</dc:title>
  <dc:creator>Levonog</dc:creator>
  <cp:lastModifiedBy>Дмитрий Васильевич Шиман</cp:lastModifiedBy>
  <cp:revision>54</cp:revision>
  <dcterms:created xsi:type="dcterms:W3CDTF">2021-07-10T19:33:53Z</dcterms:created>
  <dcterms:modified xsi:type="dcterms:W3CDTF">2025-09-27T08:53:53Z</dcterms:modified>
</cp:coreProperties>
</file>